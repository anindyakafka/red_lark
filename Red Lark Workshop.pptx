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9"/>
  </p:notesMasterIdLst>
  <p:sldIdLst>
    <p:sldId id="256" r:id="rId2"/>
    <p:sldId id="263" r:id="rId3"/>
    <p:sldId id="264" r:id="rId4"/>
    <p:sldId id="287" r:id="rId5"/>
    <p:sldId id="268" r:id="rId6"/>
    <p:sldId id="265" r:id="rId7"/>
    <p:sldId id="266" r:id="rId8"/>
    <p:sldId id="270" r:id="rId9"/>
    <p:sldId id="271" r:id="rId10"/>
    <p:sldId id="272" r:id="rId11"/>
    <p:sldId id="261" r:id="rId12"/>
    <p:sldId id="291" r:id="rId13"/>
    <p:sldId id="292" r:id="rId14"/>
    <p:sldId id="260" r:id="rId15"/>
    <p:sldId id="279" r:id="rId16"/>
    <p:sldId id="259" r:id="rId17"/>
    <p:sldId id="276" r:id="rId18"/>
    <p:sldId id="277" r:id="rId19"/>
    <p:sldId id="262" r:id="rId20"/>
    <p:sldId id="278" r:id="rId21"/>
    <p:sldId id="269" r:id="rId22"/>
    <p:sldId id="280" r:id="rId23"/>
    <p:sldId id="286" r:id="rId24"/>
    <p:sldId id="288" r:id="rId25"/>
    <p:sldId id="289" r:id="rId26"/>
    <p:sldId id="290" r:id="rId27"/>
    <p:sldId id="27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06" autoAdjust="0"/>
    <p:restoredTop sz="94660"/>
  </p:normalViewPr>
  <p:slideViewPr>
    <p:cSldViewPr snapToGrid="0">
      <p:cViewPr varScale="1">
        <p:scale>
          <a:sx n="78" d="100"/>
          <a:sy n="78" d="100"/>
        </p:scale>
        <p:origin x="108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6T04:49:04.895"/>
    </inkml:context>
    <inkml:brush xml:id="br0">
      <inkml:brushProperty name="width" value="0.05" units="cm"/>
      <inkml:brushProperty name="height" value="0.05" units="cm"/>
    </inkml:brush>
  </inkml:definitions>
  <inkml:trace contextRef="#ctx0" brushRef="#br0">0 0 24575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3BF494-B083-4125-8A25-1D547E602C14}" type="datetimeFigureOut">
              <a:rPr lang="en-IN" smtClean="0"/>
              <a:t>16-10-2026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34D107-6127-46A8-B493-34FE67C6C47B}" type="slidenum">
              <a:rPr lang="en-IN" smtClean="0"/>
              <a:t>‹#›</a:t>
            </a:fld>
            <a:endParaRPr lang="en-IN"/>
          </a:p>
        </p:txBody>
      </p:sp>
    </p:spTree>
    <p:extLst>
      <p:ext uri="{BB962C8B-B14F-4D97-AF65-F5344CB8AC3E}">
        <p14:creationId xmlns:p14="http://schemas.microsoft.com/office/powerpoint/2010/main" val="1060871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234D107-6127-46A8-B493-34FE67C6C47B}" type="slidenum">
              <a:rPr lang="en-IN" smtClean="0"/>
              <a:t>7</a:t>
            </a:fld>
            <a:endParaRPr lang="en-IN"/>
          </a:p>
        </p:txBody>
      </p:sp>
    </p:spTree>
    <p:extLst>
      <p:ext uri="{BB962C8B-B14F-4D97-AF65-F5344CB8AC3E}">
        <p14:creationId xmlns:p14="http://schemas.microsoft.com/office/powerpoint/2010/main" val="3511331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234D107-6127-46A8-B493-34FE67C6C47B}" type="slidenum">
              <a:rPr lang="en-IN" smtClean="0"/>
              <a:t>10</a:t>
            </a:fld>
            <a:endParaRPr lang="en-IN"/>
          </a:p>
        </p:txBody>
      </p:sp>
    </p:spTree>
    <p:extLst>
      <p:ext uri="{BB962C8B-B14F-4D97-AF65-F5344CB8AC3E}">
        <p14:creationId xmlns:p14="http://schemas.microsoft.com/office/powerpoint/2010/main" val="3514410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234D107-6127-46A8-B493-34FE67C6C47B}" type="slidenum">
              <a:rPr lang="en-IN" smtClean="0"/>
              <a:t>11</a:t>
            </a:fld>
            <a:endParaRPr lang="en-IN"/>
          </a:p>
        </p:txBody>
      </p:sp>
    </p:spTree>
    <p:extLst>
      <p:ext uri="{BB962C8B-B14F-4D97-AF65-F5344CB8AC3E}">
        <p14:creationId xmlns:p14="http://schemas.microsoft.com/office/powerpoint/2010/main" val="18376448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EEF24-9AF2-CFC5-D832-69483FCB9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476C5C-1FC1-34D6-B153-45AF77EB48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AE6EEE-78B0-A010-731F-DA43D0E8D17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5E0E35A-364E-8767-CEFE-932076CB8CDE}"/>
              </a:ext>
            </a:extLst>
          </p:cNvPr>
          <p:cNvSpPr>
            <a:spLocks noGrp="1"/>
          </p:cNvSpPr>
          <p:nvPr>
            <p:ph type="sldNum" sz="quarter" idx="5"/>
          </p:nvPr>
        </p:nvSpPr>
        <p:spPr/>
        <p:txBody>
          <a:bodyPr/>
          <a:lstStyle/>
          <a:p>
            <a:fld id="{F234D107-6127-46A8-B493-34FE67C6C47B}" type="slidenum">
              <a:rPr lang="en-IN" smtClean="0"/>
              <a:t>12</a:t>
            </a:fld>
            <a:endParaRPr lang="en-IN"/>
          </a:p>
        </p:txBody>
      </p:sp>
    </p:spTree>
    <p:extLst>
      <p:ext uri="{BB962C8B-B14F-4D97-AF65-F5344CB8AC3E}">
        <p14:creationId xmlns:p14="http://schemas.microsoft.com/office/powerpoint/2010/main" val="18006101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02221-536C-B6BF-0095-CABFE28AC7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5283B-D2F8-05E5-688E-74A0A2B23F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50972E-2F58-3ECB-B0EA-74A64312B27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E993668-2199-6530-5C90-6B863A7852C8}"/>
              </a:ext>
            </a:extLst>
          </p:cNvPr>
          <p:cNvSpPr>
            <a:spLocks noGrp="1"/>
          </p:cNvSpPr>
          <p:nvPr>
            <p:ph type="sldNum" sz="quarter" idx="5"/>
          </p:nvPr>
        </p:nvSpPr>
        <p:spPr/>
        <p:txBody>
          <a:bodyPr/>
          <a:lstStyle/>
          <a:p>
            <a:fld id="{F234D107-6127-46A8-B493-34FE67C6C47B}" type="slidenum">
              <a:rPr lang="en-IN" smtClean="0"/>
              <a:t>13</a:t>
            </a:fld>
            <a:endParaRPr lang="en-IN"/>
          </a:p>
        </p:txBody>
      </p:sp>
    </p:spTree>
    <p:extLst>
      <p:ext uri="{BB962C8B-B14F-4D97-AF65-F5344CB8AC3E}">
        <p14:creationId xmlns:p14="http://schemas.microsoft.com/office/powerpoint/2010/main" val="1524255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FF1CB-A1DB-F34A-4FB9-C27E2338AE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FC63F0-3A69-5559-F1C2-0A61D0F8AF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2A4E46-5983-0B9D-DD1B-F8ECEFD3DF1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7F7E762-C629-DFA5-7D35-7E212F3729C7}"/>
              </a:ext>
            </a:extLst>
          </p:cNvPr>
          <p:cNvSpPr>
            <a:spLocks noGrp="1"/>
          </p:cNvSpPr>
          <p:nvPr>
            <p:ph type="sldNum" sz="quarter" idx="5"/>
          </p:nvPr>
        </p:nvSpPr>
        <p:spPr/>
        <p:txBody>
          <a:bodyPr/>
          <a:lstStyle/>
          <a:p>
            <a:fld id="{F234D107-6127-46A8-B493-34FE67C6C47B}" type="slidenum">
              <a:rPr lang="en-IN" smtClean="0"/>
              <a:t>14</a:t>
            </a:fld>
            <a:endParaRPr lang="en-IN"/>
          </a:p>
        </p:txBody>
      </p:sp>
    </p:spTree>
    <p:extLst>
      <p:ext uri="{BB962C8B-B14F-4D97-AF65-F5344CB8AC3E}">
        <p14:creationId xmlns:p14="http://schemas.microsoft.com/office/powerpoint/2010/main" val="1667453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AE3F1-1AB8-170A-42B1-877F2CAD3F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7EB1E-6667-1C96-F473-8A19EA9C63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DA5435-DFED-5BF9-C6E2-8A0EE542C74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D01DA0D-0AE3-49C9-3BB0-E6C0F9D553FB}"/>
              </a:ext>
            </a:extLst>
          </p:cNvPr>
          <p:cNvSpPr>
            <a:spLocks noGrp="1"/>
          </p:cNvSpPr>
          <p:nvPr>
            <p:ph type="sldNum" sz="quarter" idx="5"/>
          </p:nvPr>
        </p:nvSpPr>
        <p:spPr/>
        <p:txBody>
          <a:bodyPr/>
          <a:lstStyle/>
          <a:p>
            <a:fld id="{F234D107-6127-46A8-B493-34FE67C6C47B}" type="slidenum">
              <a:rPr lang="en-IN" smtClean="0"/>
              <a:t>15</a:t>
            </a:fld>
            <a:endParaRPr lang="en-IN"/>
          </a:p>
        </p:txBody>
      </p:sp>
    </p:spTree>
    <p:extLst>
      <p:ext uri="{BB962C8B-B14F-4D97-AF65-F5344CB8AC3E}">
        <p14:creationId xmlns:p14="http://schemas.microsoft.com/office/powerpoint/2010/main" val="3491035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234D107-6127-46A8-B493-34FE67C6C47B}" type="slidenum">
              <a:rPr lang="en-IN" smtClean="0"/>
              <a:t>16</a:t>
            </a:fld>
            <a:endParaRPr lang="en-IN"/>
          </a:p>
        </p:txBody>
      </p:sp>
    </p:spTree>
    <p:extLst>
      <p:ext uri="{BB962C8B-B14F-4D97-AF65-F5344CB8AC3E}">
        <p14:creationId xmlns:p14="http://schemas.microsoft.com/office/powerpoint/2010/main" val="40054899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3AAF7-0D0C-209A-23B4-0F0D1E53B3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F6B3D8-43C5-E1D0-2BA4-D99496F5DD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E9BECE-C10E-1052-4F5D-C3AE970CDCF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F5DDF84-BBFE-4201-D2C9-41BB61DF6E55}"/>
              </a:ext>
            </a:extLst>
          </p:cNvPr>
          <p:cNvSpPr>
            <a:spLocks noGrp="1"/>
          </p:cNvSpPr>
          <p:nvPr>
            <p:ph type="sldNum" sz="quarter" idx="5"/>
          </p:nvPr>
        </p:nvSpPr>
        <p:spPr/>
        <p:txBody>
          <a:bodyPr/>
          <a:lstStyle/>
          <a:p>
            <a:fld id="{F234D107-6127-46A8-B493-34FE67C6C47B}" type="slidenum">
              <a:rPr lang="en-IN" smtClean="0"/>
              <a:t>17</a:t>
            </a:fld>
            <a:endParaRPr lang="en-IN"/>
          </a:p>
        </p:txBody>
      </p:sp>
    </p:spTree>
    <p:extLst>
      <p:ext uri="{BB962C8B-B14F-4D97-AF65-F5344CB8AC3E}">
        <p14:creationId xmlns:p14="http://schemas.microsoft.com/office/powerpoint/2010/main" val="33253562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36399-0751-EA13-08EB-58117C24F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57483E-743B-F079-2CE8-A8B622BA9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B1313A-2C39-4702-D835-2724B627AC2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E9FA646-A936-8FE5-8973-18B719A63E5C}"/>
              </a:ext>
            </a:extLst>
          </p:cNvPr>
          <p:cNvSpPr>
            <a:spLocks noGrp="1"/>
          </p:cNvSpPr>
          <p:nvPr>
            <p:ph type="sldNum" sz="quarter" idx="5"/>
          </p:nvPr>
        </p:nvSpPr>
        <p:spPr/>
        <p:txBody>
          <a:bodyPr/>
          <a:lstStyle/>
          <a:p>
            <a:fld id="{F234D107-6127-46A8-B493-34FE67C6C47B}" type="slidenum">
              <a:rPr lang="en-IN" smtClean="0"/>
              <a:t>18</a:t>
            </a:fld>
            <a:endParaRPr lang="en-IN"/>
          </a:p>
        </p:txBody>
      </p:sp>
    </p:spTree>
    <p:extLst>
      <p:ext uri="{BB962C8B-B14F-4D97-AF65-F5344CB8AC3E}">
        <p14:creationId xmlns:p14="http://schemas.microsoft.com/office/powerpoint/2010/main" val="3526258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F4587-7509-740C-2058-2CC4BBD97A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778DD6-DF77-93C7-CAB5-09966AF3B4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62FC69-D4F2-02C2-E85E-3552677B475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328895A-32A3-3846-06CA-0E2C7AAFD227}"/>
              </a:ext>
            </a:extLst>
          </p:cNvPr>
          <p:cNvSpPr>
            <a:spLocks noGrp="1"/>
          </p:cNvSpPr>
          <p:nvPr>
            <p:ph type="sldNum" sz="quarter" idx="5"/>
          </p:nvPr>
        </p:nvSpPr>
        <p:spPr/>
        <p:txBody>
          <a:bodyPr/>
          <a:lstStyle/>
          <a:p>
            <a:fld id="{F234D107-6127-46A8-B493-34FE67C6C47B}" type="slidenum">
              <a:rPr lang="en-IN" smtClean="0"/>
              <a:t>19</a:t>
            </a:fld>
            <a:endParaRPr lang="en-IN"/>
          </a:p>
        </p:txBody>
      </p:sp>
    </p:spTree>
    <p:extLst>
      <p:ext uri="{BB962C8B-B14F-4D97-AF65-F5344CB8AC3E}">
        <p14:creationId xmlns:p14="http://schemas.microsoft.com/office/powerpoint/2010/main" val="27455708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28DBA-8C1D-F314-FD81-1160F94B9F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91D289-9FA3-6E95-A7E2-50D6D0CCDF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403488-AA9C-7BA5-1FE4-BAAB5C8BDA9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7947597-90F9-84E5-58F2-2FB207A54D4B}"/>
              </a:ext>
            </a:extLst>
          </p:cNvPr>
          <p:cNvSpPr>
            <a:spLocks noGrp="1"/>
          </p:cNvSpPr>
          <p:nvPr>
            <p:ph type="sldNum" sz="quarter" idx="5"/>
          </p:nvPr>
        </p:nvSpPr>
        <p:spPr/>
        <p:txBody>
          <a:bodyPr/>
          <a:lstStyle/>
          <a:p>
            <a:fld id="{F234D107-6127-46A8-B493-34FE67C6C47B}" type="slidenum">
              <a:rPr lang="en-IN" smtClean="0"/>
              <a:t>20</a:t>
            </a:fld>
            <a:endParaRPr lang="en-IN"/>
          </a:p>
        </p:txBody>
      </p:sp>
    </p:spTree>
    <p:extLst>
      <p:ext uri="{BB962C8B-B14F-4D97-AF65-F5344CB8AC3E}">
        <p14:creationId xmlns:p14="http://schemas.microsoft.com/office/powerpoint/2010/main" val="31925757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6059A-F056-56C5-41E4-3C46B811F3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93523-14D5-D1C1-BB0B-453058F5FB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7B53C-3787-098E-12EE-E5C3DBA3183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BB647DB-4DC6-EB74-1124-CFFDC8FE58C2}"/>
              </a:ext>
            </a:extLst>
          </p:cNvPr>
          <p:cNvSpPr>
            <a:spLocks noGrp="1"/>
          </p:cNvSpPr>
          <p:nvPr>
            <p:ph type="sldNum" sz="quarter" idx="5"/>
          </p:nvPr>
        </p:nvSpPr>
        <p:spPr/>
        <p:txBody>
          <a:bodyPr/>
          <a:lstStyle/>
          <a:p>
            <a:fld id="{F234D107-6127-46A8-B493-34FE67C6C47B}" type="slidenum">
              <a:rPr lang="en-IN" smtClean="0"/>
              <a:t>21</a:t>
            </a:fld>
            <a:endParaRPr lang="en-IN"/>
          </a:p>
        </p:txBody>
      </p:sp>
    </p:spTree>
    <p:extLst>
      <p:ext uri="{BB962C8B-B14F-4D97-AF65-F5344CB8AC3E}">
        <p14:creationId xmlns:p14="http://schemas.microsoft.com/office/powerpoint/2010/main" val="20922302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D58BA-2F19-F127-8059-6C37292ED9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8B6F7D-5A05-2D1D-1CCD-C1DC4658C2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6A06CF-5FE9-B592-59AA-083731559F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3559F8C-5E8D-53BC-5E4C-083EB708123B}"/>
              </a:ext>
            </a:extLst>
          </p:cNvPr>
          <p:cNvSpPr>
            <a:spLocks noGrp="1"/>
          </p:cNvSpPr>
          <p:nvPr>
            <p:ph type="sldNum" sz="quarter" idx="5"/>
          </p:nvPr>
        </p:nvSpPr>
        <p:spPr/>
        <p:txBody>
          <a:bodyPr/>
          <a:lstStyle/>
          <a:p>
            <a:fld id="{F234D107-6127-46A8-B493-34FE67C6C47B}" type="slidenum">
              <a:rPr lang="en-IN" smtClean="0"/>
              <a:t>22</a:t>
            </a:fld>
            <a:endParaRPr lang="en-IN"/>
          </a:p>
        </p:txBody>
      </p:sp>
    </p:spTree>
    <p:extLst>
      <p:ext uri="{BB962C8B-B14F-4D97-AF65-F5344CB8AC3E}">
        <p14:creationId xmlns:p14="http://schemas.microsoft.com/office/powerpoint/2010/main" val="2545199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10/16/2026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10/16/2026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10/16/2026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10/16/2026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10/16/2026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10/16/2026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10/16/2026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10/16/2026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10/16/2026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10/16/2026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10/16/2026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10/16/2026</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4.sv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microsoft.com/office/2007/relationships/hdphoto" Target="../media/hdphoto1.wdp"/><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microsoft.com/office/2007/relationships/hdphoto" Target="../media/hdphoto1.wdp"/><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microsoft.com/office/2007/relationships/hdphoto" Target="../media/hdphoto1.wdp"/><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microsoft.com/office/2007/relationships/hdphoto" Target="../media/hdphoto1.wdp"/><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15.svg"/></Relationships>
</file>

<file path=ppt/slides/_rels/slide1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7.jpg"/><Relationship Id="rId7" Type="http://schemas.openxmlformats.org/officeDocument/2006/relationships/image" Target="../media/image16.sv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20.jpg"/><Relationship Id="rId5" Type="http://schemas.openxmlformats.org/officeDocument/2006/relationships/image" Target="../media/image19.svg"/><Relationship Id="rId10" Type="http://schemas.microsoft.com/office/2007/relationships/hdphoto" Target="../media/hdphoto1.wdp"/><Relationship Id="rId4" Type="http://schemas.openxmlformats.org/officeDocument/2006/relationships/image" Target="../media/image18.jpg"/><Relationship Id="rId9"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7.jpg"/><Relationship Id="rId7" Type="http://schemas.openxmlformats.org/officeDocument/2006/relationships/image" Target="../media/image20.jp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6.svg"/><Relationship Id="rId5" Type="http://schemas.openxmlformats.org/officeDocument/2006/relationships/image" Target="../media/image19.svg"/><Relationship Id="rId10" Type="http://schemas.microsoft.com/office/2007/relationships/hdphoto" Target="../media/hdphoto1.wdp"/><Relationship Id="rId4" Type="http://schemas.openxmlformats.org/officeDocument/2006/relationships/image" Target="../media/image18.jpg"/><Relationship Id="rId9"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15.svg"/></Relationships>
</file>

<file path=ppt/slides/_rels/slide2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15.svg"/></Relationships>
</file>

<file path=ppt/slides/_rels/slide2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15.svg"/></Relationships>
</file>

<file path=ppt/slides/_rels/slide2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15.sv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Layout" Target="../slideLayouts/slideLayout6.xml"/><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Layout" Target="../slideLayouts/slideLayout6.xml"/><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Layout" Target="../slideLayouts/slideLayout6.xml"/><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Layout" Target="../slideLayouts/slideLayout6.xml"/><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AD928-6518-5BE8-0EC8-3490FC2590DA}"/>
              </a:ext>
            </a:extLst>
          </p:cNvPr>
          <p:cNvSpPr>
            <a:spLocks noGrp="1"/>
          </p:cNvSpPr>
          <p:nvPr>
            <p:ph type="ctrTitle"/>
          </p:nvPr>
        </p:nvSpPr>
        <p:spPr>
          <a:xfrm>
            <a:off x="449179" y="5032327"/>
            <a:ext cx="7772400" cy="1463040"/>
          </a:xfrm>
        </p:spPr>
        <p:txBody>
          <a:bodyPr/>
          <a:lstStyle/>
          <a:p>
            <a:r>
              <a:rPr lang="en-IN" dirty="0">
                <a:solidFill>
                  <a:schemeClr val="tx1">
                    <a:lumMod val="85000"/>
                    <a:lumOff val="15000"/>
                  </a:schemeClr>
                </a:solidFill>
              </a:rPr>
              <a:t>RED LARK WORKSHOP</a:t>
            </a:r>
          </a:p>
        </p:txBody>
      </p:sp>
      <p:sp>
        <p:nvSpPr>
          <p:cNvPr id="3" name="Subtitle 2">
            <a:extLst>
              <a:ext uri="{FF2B5EF4-FFF2-40B4-BE49-F238E27FC236}">
                <a16:creationId xmlns:a16="http://schemas.microsoft.com/office/drawing/2014/main" id="{7E0F6A8A-976E-2B42-DC5C-6F71D13DE215}"/>
              </a:ext>
            </a:extLst>
          </p:cNvPr>
          <p:cNvSpPr>
            <a:spLocks noGrp="1"/>
          </p:cNvSpPr>
          <p:nvPr>
            <p:ph type="subTitle" idx="1"/>
          </p:nvPr>
        </p:nvSpPr>
        <p:spPr/>
        <p:txBody>
          <a:bodyPr/>
          <a:lstStyle/>
          <a:p>
            <a:r>
              <a:rPr lang="en-IN"/>
              <a:t>Website Proposal </a:t>
            </a:r>
            <a:endParaRPr lang="en-IN" dirty="0"/>
          </a:p>
        </p:txBody>
      </p:sp>
      <p:pic>
        <p:nvPicPr>
          <p:cNvPr id="5" name="Picture 2" descr="18 Extraordinary Facts About Friedrich Engels - Facts.net">
            <a:extLst>
              <a:ext uri="{FF2B5EF4-FFF2-40B4-BE49-F238E27FC236}">
                <a16:creationId xmlns:a16="http://schemas.microsoft.com/office/drawing/2014/main" id="{C719B770-6862-8528-ED1D-08D7DFF1BBC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035" b="25837"/>
          <a:stretch/>
        </p:blipFill>
        <p:spPr bwMode="auto">
          <a:xfrm>
            <a:off x="1" y="0"/>
            <a:ext cx="12192000" cy="48006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Lark - Free vector silhouettes on creazilla.com">
            <a:extLst>
              <a:ext uri="{FF2B5EF4-FFF2-40B4-BE49-F238E27FC236}">
                <a16:creationId xmlns:a16="http://schemas.microsoft.com/office/drawing/2014/main" id="{32C914B0-6977-1350-913C-B5059EAA5389}"/>
              </a:ext>
            </a:extLst>
          </p:cNvPr>
          <p:cNvPicPr>
            <a:picLocks noChangeAspect="1"/>
          </p:cNvPicPr>
          <p:nvPr/>
        </p:nvPicPr>
        <p:blipFill>
          <a:blip r:embed="rId3">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2183882" y="5110985"/>
            <a:ext cx="1262290" cy="1463040"/>
          </a:xfrm>
          <a:prstGeom prst="rect">
            <a:avLst/>
          </a:prstGeom>
        </p:spPr>
      </p:pic>
      <p:pic>
        <p:nvPicPr>
          <p:cNvPr id="8" name="Graphic 7" descr="SVG &gt; wet ink artwork brush - Free SVG Image &amp; Icon. | SVG Silh">
            <a:extLst>
              <a:ext uri="{FF2B5EF4-FFF2-40B4-BE49-F238E27FC236}">
                <a16:creationId xmlns:a16="http://schemas.microsoft.com/office/drawing/2014/main" id="{956D0FB3-7165-A0BC-6910-890F1065500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21095306" flipH="1">
            <a:off x="10163055" y="3146012"/>
            <a:ext cx="1792903" cy="3468714"/>
          </a:xfrm>
          <a:prstGeom prst="rect">
            <a:avLst/>
          </a:prstGeom>
        </p:spPr>
      </p:pic>
    </p:spTree>
    <p:extLst>
      <p:ext uri="{BB962C8B-B14F-4D97-AF65-F5344CB8AC3E}">
        <p14:creationId xmlns:p14="http://schemas.microsoft.com/office/powerpoint/2010/main" val="2574004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D91D7-C99A-111C-5764-4BE1908480C8}"/>
              </a:ext>
            </a:extLst>
          </p:cNvPr>
          <p:cNvSpPr>
            <a:spLocks noGrp="1"/>
          </p:cNvSpPr>
          <p:nvPr>
            <p:ph type="title"/>
          </p:nvPr>
        </p:nvSpPr>
        <p:spPr/>
        <p:txBody>
          <a:bodyPr/>
          <a:lstStyle/>
          <a:p>
            <a:r>
              <a:rPr lang="en-IN" dirty="0"/>
              <a:t>REFERENCE 1</a:t>
            </a:r>
          </a:p>
        </p:txBody>
      </p:sp>
      <p:pic>
        <p:nvPicPr>
          <p:cNvPr id="9" name="Picture 8">
            <a:extLst>
              <a:ext uri="{FF2B5EF4-FFF2-40B4-BE49-F238E27FC236}">
                <a16:creationId xmlns:a16="http://schemas.microsoft.com/office/drawing/2014/main" id="{16925E92-45DB-2CF3-A70C-0DF9DEEA67DC}"/>
              </a:ext>
            </a:extLst>
          </p:cNvPr>
          <p:cNvPicPr>
            <a:picLocks noChangeAspect="1"/>
          </p:cNvPicPr>
          <p:nvPr/>
        </p:nvPicPr>
        <p:blipFill>
          <a:blip r:embed="rId2"/>
          <a:stretch>
            <a:fillRect/>
          </a:stretch>
        </p:blipFill>
        <p:spPr>
          <a:xfrm>
            <a:off x="0" y="1936954"/>
            <a:ext cx="12172442" cy="4921045"/>
          </a:xfrm>
          <a:prstGeom prst="rect">
            <a:avLst/>
          </a:prstGeom>
        </p:spPr>
      </p:pic>
      <p:sp>
        <p:nvSpPr>
          <p:cNvPr id="11" name="TextBox 10">
            <a:extLst>
              <a:ext uri="{FF2B5EF4-FFF2-40B4-BE49-F238E27FC236}">
                <a16:creationId xmlns:a16="http://schemas.microsoft.com/office/drawing/2014/main" id="{C42276F5-E90A-CF8B-4F9C-2A17D7DB6C10}"/>
              </a:ext>
            </a:extLst>
          </p:cNvPr>
          <p:cNvSpPr txBox="1"/>
          <p:nvPr/>
        </p:nvSpPr>
        <p:spPr>
          <a:xfrm>
            <a:off x="6096000" y="1567622"/>
            <a:ext cx="6096000" cy="369332"/>
          </a:xfrm>
          <a:prstGeom prst="rect">
            <a:avLst/>
          </a:prstGeom>
          <a:noFill/>
        </p:spPr>
        <p:txBody>
          <a:bodyPr wrap="square">
            <a:spAutoFit/>
          </a:bodyPr>
          <a:lstStyle/>
          <a:p>
            <a:pPr algn="r"/>
            <a:r>
              <a:rPr lang="en-IN" dirty="0"/>
              <a:t>https://anotherworldpress.org/</a:t>
            </a:r>
          </a:p>
        </p:txBody>
      </p:sp>
    </p:spTree>
    <p:extLst>
      <p:ext uri="{BB962C8B-B14F-4D97-AF65-F5344CB8AC3E}">
        <p14:creationId xmlns:p14="http://schemas.microsoft.com/office/powerpoint/2010/main" val="3830932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4E092-3922-52E6-5245-F56CBB3DFD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5069C1-EC84-FA94-65C6-98E845A2C17B}"/>
              </a:ext>
            </a:extLst>
          </p:cNvPr>
          <p:cNvSpPr>
            <a:spLocks noGrp="1"/>
          </p:cNvSpPr>
          <p:nvPr>
            <p:ph type="title"/>
          </p:nvPr>
        </p:nvSpPr>
        <p:spPr/>
        <p:txBody>
          <a:bodyPr/>
          <a:lstStyle/>
          <a:p>
            <a:r>
              <a:rPr lang="en-IN" dirty="0"/>
              <a:t>REFERENCE 2</a:t>
            </a:r>
          </a:p>
        </p:txBody>
      </p:sp>
      <p:sp>
        <p:nvSpPr>
          <p:cNvPr id="11" name="TextBox 10">
            <a:extLst>
              <a:ext uri="{FF2B5EF4-FFF2-40B4-BE49-F238E27FC236}">
                <a16:creationId xmlns:a16="http://schemas.microsoft.com/office/drawing/2014/main" id="{A53F69DF-F301-6B53-785C-5BB518DFAC0B}"/>
              </a:ext>
            </a:extLst>
          </p:cNvPr>
          <p:cNvSpPr txBox="1"/>
          <p:nvPr/>
        </p:nvSpPr>
        <p:spPr>
          <a:xfrm>
            <a:off x="6096000" y="1567622"/>
            <a:ext cx="6096000" cy="369332"/>
          </a:xfrm>
          <a:prstGeom prst="rect">
            <a:avLst/>
          </a:prstGeom>
          <a:noFill/>
        </p:spPr>
        <p:txBody>
          <a:bodyPr wrap="square">
            <a:spAutoFit/>
          </a:bodyPr>
          <a:lstStyle/>
          <a:p>
            <a:pPr algn="r"/>
            <a:r>
              <a:rPr lang="en-IN" dirty="0"/>
              <a:t>http://amplifier.org/free-downloads/</a:t>
            </a:r>
          </a:p>
        </p:txBody>
      </p:sp>
      <p:pic>
        <p:nvPicPr>
          <p:cNvPr id="4" name="Picture 3">
            <a:extLst>
              <a:ext uri="{FF2B5EF4-FFF2-40B4-BE49-F238E27FC236}">
                <a16:creationId xmlns:a16="http://schemas.microsoft.com/office/drawing/2014/main" id="{B24EF7F4-A611-258A-45B7-7C5A542E624E}"/>
              </a:ext>
            </a:extLst>
          </p:cNvPr>
          <p:cNvPicPr>
            <a:picLocks noChangeAspect="1"/>
          </p:cNvPicPr>
          <p:nvPr/>
        </p:nvPicPr>
        <p:blipFill>
          <a:blip r:embed="rId2"/>
          <a:srcRect t="-1" b="9493"/>
          <a:stretch>
            <a:fillRect/>
          </a:stretch>
        </p:blipFill>
        <p:spPr>
          <a:xfrm>
            <a:off x="-19558" y="1936954"/>
            <a:ext cx="12192000" cy="4921046"/>
          </a:xfrm>
          <a:prstGeom prst="rect">
            <a:avLst/>
          </a:prstGeom>
        </p:spPr>
      </p:pic>
    </p:spTree>
    <p:extLst>
      <p:ext uri="{BB962C8B-B14F-4D97-AF65-F5344CB8AC3E}">
        <p14:creationId xmlns:p14="http://schemas.microsoft.com/office/powerpoint/2010/main" val="2567851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1F6069-8F99-2551-57AC-B8491EA054C6}"/>
              </a:ext>
            </a:extLst>
          </p:cNvPr>
          <p:cNvPicPr>
            <a:picLocks noChangeAspect="1"/>
          </p:cNvPicPr>
          <p:nvPr/>
        </p:nvPicPr>
        <p:blipFill>
          <a:blip r:embed="rId2"/>
          <a:stretch>
            <a:fillRect/>
          </a:stretch>
        </p:blipFill>
        <p:spPr>
          <a:xfrm>
            <a:off x="0" y="0"/>
            <a:ext cx="12192000" cy="5334881"/>
          </a:xfrm>
          <a:prstGeom prst="rect">
            <a:avLst/>
          </a:prstGeom>
        </p:spPr>
      </p:pic>
    </p:spTree>
    <p:extLst>
      <p:ext uri="{BB962C8B-B14F-4D97-AF65-F5344CB8AC3E}">
        <p14:creationId xmlns:p14="http://schemas.microsoft.com/office/powerpoint/2010/main" val="3159862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7781A-E236-40A7-FCC9-9D91A189D0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7C6E42-7948-A298-0B3A-9B1820B79FFF}"/>
              </a:ext>
            </a:extLst>
          </p:cNvPr>
          <p:cNvSpPr>
            <a:spLocks noGrp="1"/>
          </p:cNvSpPr>
          <p:nvPr>
            <p:ph type="title"/>
          </p:nvPr>
        </p:nvSpPr>
        <p:spPr/>
        <p:txBody>
          <a:bodyPr/>
          <a:lstStyle/>
          <a:p>
            <a:r>
              <a:rPr lang="en-IN" dirty="0"/>
              <a:t>REFERENCE 3</a:t>
            </a:r>
          </a:p>
        </p:txBody>
      </p:sp>
      <p:sp>
        <p:nvSpPr>
          <p:cNvPr id="11" name="TextBox 10">
            <a:extLst>
              <a:ext uri="{FF2B5EF4-FFF2-40B4-BE49-F238E27FC236}">
                <a16:creationId xmlns:a16="http://schemas.microsoft.com/office/drawing/2014/main" id="{62152A9E-BEFE-79E9-FD8E-7BDE956EF23E}"/>
              </a:ext>
            </a:extLst>
          </p:cNvPr>
          <p:cNvSpPr txBox="1"/>
          <p:nvPr/>
        </p:nvSpPr>
        <p:spPr>
          <a:xfrm>
            <a:off x="6096000" y="1567622"/>
            <a:ext cx="6096000" cy="369332"/>
          </a:xfrm>
          <a:prstGeom prst="rect">
            <a:avLst/>
          </a:prstGeom>
          <a:noFill/>
        </p:spPr>
        <p:txBody>
          <a:bodyPr wrap="square">
            <a:spAutoFit/>
          </a:bodyPr>
          <a:lstStyle/>
          <a:p>
            <a:pPr algn="r"/>
            <a:r>
              <a:rPr lang="en-IN" dirty="0"/>
              <a:t>https://crimethinc.com/posters</a:t>
            </a:r>
          </a:p>
        </p:txBody>
      </p:sp>
      <p:pic>
        <p:nvPicPr>
          <p:cNvPr id="5" name="Picture 4">
            <a:extLst>
              <a:ext uri="{FF2B5EF4-FFF2-40B4-BE49-F238E27FC236}">
                <a16:creationId xmlns:a16="http://schemas.microsoft.com/office/drawing/2014/main" id="{102D5330-6C99-CD6F-318B-6E3FB40E1D87}"/>
              </a:ext>
            </a:extLst>
          </p:cNvPr>
          <p:cNvPicPr>
            <a:picLocks noChangeAspect="1"/>
          </p:cNvPicPr>
          <p:nvPr/>
        </p:nvPicPr>
        <p:blipFill>
          <a:blip r:embed="rId2"/>
          <a:srcRect r="1266" b="17014"/>
          <a:stretch>
            <a:fillRect/>
          </a:stretch>
        </p:blipFill>
        <p:spPr>
          <a:xfrm>
            <a:off x="0" y="2129256"/>
            <a:ext cx="12192000" cy="4728743"/>
          </a:xfrm>
          <a:prstGeom prst="rect">
            <a:avLst/>
          </a:prstGeom>
        </p:spPr>
      </p:pic>
    </p:spTree>
    <p:extLst>
      <p:ext uri="{BB962C8B-B14F-4D97-AF65-F5344CB8AC3E}">
        <p14:creationId xmlns:p14="http://schemas.microsoft.com/office/powerpoint/2010/main" val="2781794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6AA3A-A8B2-111F-CFC1-D53B2B4A81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5371F6-A807-FD79-B69C-F48BEF525885}"/>
              </a:ext>
            </a:extLst>
          </p:cNvPr>
          <p:cNvSpPr>
            <a:spLocks noGrp="1"/>
          </p:cNvSpPr>
          <p:nvPr>
            <p:ph type="title"/>
          </p:nvPr>
        </p:nvSpPr>
        <p:spPr/>
        <p:txBody>
          <a:bodyPr/>
          <a:lstStyle/>
          <a:p>
            <a:r>
              <a:rPr lang="en-IN" dirty="0"/>
              <a:t>REFERENCE 4</a:t>
            </a:r>
          </a:p>
        </p:txBody>
      </p:sp>
      <p:sp>
        <p:nvSpPr>
          <p:cNvPr id="11" name="TextBox 10">
            <a:extLst>
              <a:ext uri="{FF2B5EF4-FFF2-40B4-BE49-F238E27FC236}">
                <a16:creationId xmlns:a16="http://schemas.microsoft.com/office/drawing/2014/main" id="{74666C64-75A4-8111-2DD8-FE12D93E4464}"/>
              </a:ext>
            </a:extLst>
          </p:cNvPr>
          <p:cNvSpPr txBox="1"/>
          <p:nvPr/>
        </p:nvSpPr>
        <p:spPr>
          <a:xfrm>
            <a:off x="6096000" y="1567622"/>
            <a:ext cx="6096000" cy="369332"/>
          </a:xfrm>
          <a:prstGeom prst="rect">
            <a:avLst/>
          </a:prstGeom>
          <a:noFill/>
        </p:spPr>
        <p:txBody>
          <a:bodyPr wrap="square">
            <a:spAutoFit/>
          </a:bodyPr>
          <a:lstStyle/>
          <a:p>
            <a:pPr algn="r"/>
            <a:r>
              <a:rPr lang="en-IN" dirty="0"/>
              <a:t>https://justseeds.org/graphics/</a:t>
            </a:r>
          </a:p>
        </p:txBody>
      </p:sp>
      <p:pic>
        <p:nvPicPr>
          <p:cNvPr id="5" name="Picture 4">
            <a:extLst>
              <a:ext uri="{FF2B5EF4-FFF2-40B4-BE49-F238E27FC236}">
                <a16:creationId xmlns:a16="http://schemas.microsoft.com/office/drawing/2014/main" id="{1B8CC777-6B99-AC0B-E8E6-7C1FD03D6E55}"/>
              </a:ext>
            </a:extLst>
          </p:cNvPr>
          <p:cNvPicPr>
            <a:picLocks noChangeAspect="1"/>
          </p:cNvPicPr>
          <p:nvPr/>
        </p:nvPicPr>
        <p:blipFill>
          <a:blip r:embed="rId2"/>
          <a:srcRect b="26349"/>
          <a:stretch>
            <a:fillRect/>
          </a:stretch>
        </p:blipFill>
        <p:spPr>
          <a:xfrm>
            <a:off x="0" y="1976268"/>
            <a:ext cx="12192000" cy="4881732"/>
          </a:xfrm>
          <a:prstGeom prst="rect">
            <a:avLst/>
          </a:prstGeom>
        </p:spPr>
      </p:pic>
    </p:spTree>
    <p:extLst>
      <p:ext uri="{BB962C8B-B14F-4D97-AF65-F5344CB8AC3E}">
        <p14:creationId xmlns:p14="http://schemas.microsoft.com/office/powerpoint/2010/main" val="1207491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B00484-DA8D-92CF-9547-F9D8DD59DDC0}"/>
              </a:ext>
            </a:extLst>
          </p:cNvPr>
          <p:cNvPicPr>
            <a:picLocks noChangeAspect="1"/>
          </p:cNvPicPr>
          <p:nvPr/>
        </p:nvPicPr>
        <p:blipFill>
          <a:blip r:embed="rId3"/>
          <a:stretch>
            <a:fillRect/>
          </a:stretch>
        </p:blipFill>
        <p:spPr>
          <a:xfrm>
            <a:off x="0" y="35618"/>
            <a:ext cx="12192000" cy="6786766"/>
          </a:xfrm>
          <a:prstGeom prst="rect">
            <a:avLst/>
          </a:prstGeom>
        </p:spPr>
      </p:pic>
      <p:cxnSp>
        <p:nvCxnSpPr>
          <p:cNvPr id="5" name="Straight Connector 4">
            <a:extLst>
              <a:ext uri="{FF2B5EF4-FFF2-40B4-BE49-F238E27FC236}">
                <a16:creationId xmlns:a16="http://schemas.microsoft.com/office/drawing/2014/main" id="{4CAE95BB-B8F7-5514-D58A-23C84178F606}"/>
              </a:ext>
            </a:extLst>
          </p:cNvPr>
          <p:cNvCxnSpPr/>
          <p:nvPr/>
        </p:nvCxnSpPr>
        <p:spPr>
          <a:xfrm>
            <a:off x="3449256" y="3102015"/>
            <a:ext cx="342610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F7DAA57-F51C-274F-A0EC-9C1CEDDDE426}"/>
              </a:ext>
            </a:extLst>
          </p:cNvPr>
          <p:cNvCxnSpPr>
            <a:cxnSpLocks/>
          </p:cNvCxnSpPr>
          <p:nvPr/>
        </p:nvCxnSpPr>
        <p:spPr>
          <a:xfrm>
            <a:off x="23150" y="3300714"/>
            <a:ext cx="2558004"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C52507D-6CE2-DF96-6BC0-B4F08A3482C3}"/>
              </a:ext>
            </a:extLst>
          </p:cNvPr>
          <p:cNvSpPr txBox="1"/>
          <p:nvPr/>
        </p:nvSpPr>
        <p:spPr>
          <a:xfrm>
            <a:off x="6938057" y="3206585"/>
            <a:ext cx="448519" cy="707886"/>
          </a:xfrm>
          <a:prstGeom prst="rect">
            <a:avLst/>
          </a:prstGeom>
          <a:noFill/>
        </p:spPr>
        <p:txBody>
          <a:bodyPr wrap="square">
            <a:spAutoFit/>
          </a:bodyPr>
          <a:lstStyle/>
          <a:p>
            <a:r>
              <a:rPr lang="en-IN" sz="4000" dirty="0"/>
              <a:t>?</a:t>
            </a:r>
          </a:p>
        </p:txBody>
      </p:sp>
    </p:spTree>
    <p:extLst>
      <p:ext uri="{BB962C8B-B14F-4D97-AF65-F5344CB8AC3E}">
        <p14:creationId xmlns:p14="http://schemas.microsoft.com/office/powerpoint/2010/main" val="1877820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3BCA35-FFBC-8C01-6249-2B18174C4B73}"/>
              </a:ext>
            </a:extLst>
          </p:cNvPr>
          <p:cNvPicPr>
            <a:picLocks noChangeAspect="1"/>
          </p:cNvPicPr>
          <p:nvPr/>
        </p:nvPicPr>
        <p:blipFill>
          <a:blip r:embed="rId2"/>
          <a:stretch>
            <a:fillRect/>
          </a:stretch>
        </p:blipFill>
        <p:spPr>
          <a:xfrm>
            <a:off x="558585" y="1"/>
            <a:ext cx="11152043" cy="6858000"/>
          </a:xfrm>
          <a:prstGeom prst="rect">
            <a:avLst/>
          </a:prstGeom>
        </p:spPr>
      </p:pic>
      <p:pic>
        <p:nvPicPr>
          <p:cNvPr id="7" name="Picture 6">
            <a:extLst>
              <a:ext uri="{FF2B5EF4-FFF2-40B4-BE49-F238E27FC236}">
                <a16:creationId xmlns:a16="http://schemas.microsoft.com/office/drawing/2014/main" id="{FEFF936A-3624-29DD-A220-DEE23A68F851}"/>
              </a:ext>
            </a:extLst>
          </p:cNvPr>
          <p:cNvPicPr>
            <a:picLocks noChangeAspect="1"/>
          </p:cNvPicPr>
          <p:nvPr/>
        </p:nvPicPr>
        <p:blipFill>
          <a:blip r:embed="rId3"/>
          <a:stretch>
            <a:fillRect/>
          </a:stretch>
        </p:blipFill>
        <p:spPr>
          <a:xfrm>
            <a:off x="992739" y="0"/>
            <a:ext cx="2321089" cy="598990"/>
          </a:xfrm>
          <a:prstGeom prst="rect">
            <a:avLst/>
          </a:prstGeom>
        </p:spPr>
      </p:pic>
    </p:spTree>
    <p:extLst>
      <p:ext uri="{BB962C8B-B14F-4D97-AF65-F5344CB8AC3E}">
        <p14:creationId xmlns:p14="http://schemas.microsoft.com/office/powerpoint/2010/main" val="2369186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4A928B-2BB5-DCC1-6E60-584FD8409016}"/>
              </a:ext>
            </a:extLst>
          </p:cNvPr>
          <p:cNvPicPr>
            <a:picLocks noChangeAspect="1"/>
          </p:cNvPicPr>
          <p:nvPr/>
        </p:nvPicPr>
        <p:blipFill>
          <a:blip r:embed="rId2"/>
          <a:stretch>
            <a:fillRect/>
          </a:stretch>
        </p:blipFill>
        <p:spPr>
          <a:xfrm>
            <a:off x="0" y="665800"/>
            <a:ext cx="12021063" cy="6192200"/>
          </a:xfrm>
          <a:prstGeom prst="rect">
            <a:avLst/>
          </a:prstGeom>
        </p:spPr>
      </p:pic>
      <p:pic>
        <p:nvPicPr>
          <p:cNvPr id="7" name="Picture 6">
            <a:extLst>
              <a:ext uri="{FF2B5EF4-FFF2-40B4-BE49-F238E27FC236}">
                <a16:creationId xmlns:a16="http://schemas.microsoft.com/office/drawing/2014/main" id="{CA7437E2-EBDF-02CD-69DB-809FFA49F7D1}"/>
              </a:ext>
            </a:extLst>
          </p:cNvPr>
          <p:cNvPicPr>
            <a:picLocks noChangeAspect="1"/>
          </p:cNvPicPr>
          <p:nvPr/>
        </p:nvPicPr>
        <p:blipFill>
          <a:blip r:embed="rId3"/>
          <a:stretch>
            <a:fillRect/>
          </a:stretch>
        </p:blipFill>
        <p:spPr>
          <a:xfrm>
            <a:off x="992739" y="0"/>
            <a:ext cx="2321089" cy="598990"/>
          </a:xfrm>
          <a:prstGeom prst="rect">
            <a:avLst/>
          </a:prstGeom>
        </p:spPr>
      </p:pic>
    </p:spTree>
    <p:extLst>
      <p:ext uri="{BB962C8B-B14F-4D97-AF65-F5344CB8AC3E}">
        <p14:creationId xmlns:p14="http://schemas.microsoft.com/office/powerpoint/2010/main" val="486591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1D42F-7BC7-F91A-96C2-D979EA671CFF}"/>
              </a:ext>
            </a:extLst>
          </p:cNvPr>
          <p:cNvSpPr>
            <a:spLocks noGrp="1"/>
          </p:cNvSpPr>
          <p:nvPr>
            <p:ph type="title"/>
          </p:nvPr>
        </p:nvSpPr>
        <p:spPr/>
        <p:txBody>
          <a:bodyPr/>
          <a:lstStyle/>
          <a:p>
            <a:r>
              <a:rPr lang="en-IN" dirty="0">
                <a:solidFill>
                  <a:schemeClr val="tx1">
                    <a:lumMod val="75000"/>
                    <a:lumOff val="25000"/>
                  </a:schemeClr>
                </a:solidFill>
              </a:rPr>
              <a:t> RED LARK WORKSHOP</a:t>
            </a:r>
          </a:p>
        </p:txBody>
      </p:sp>
      <p:pic>
        <p:nvPicPr>
          <p:cNvPr id="6" name="Graphic 5" descr="SVG &gt; wet ink artwork brush - Free SVG Image &amp; Icon. | SVG Silh">
            <a:extLst>
              <a:ext uri="{FF2B5EF4-FFF2-40B4-BE49-F238E27FC236}">
                <a16:creationId xmlns:a16="http://schemas.microsoft.com/office/drawing/2014/main" id="{91EBF21E-B514-0BE5-5F68-CD61EA6EC4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726766">
            <a:off x="7511969" y="2194908"/>
            <a:ext cx="3573618" cy="5156522"/>
          </a:xfrm>
          <a:prstGeom prst="rect">
            <a:avLst/>
          </a:prstGeom>
        </p:spPr>
      </p:pic>
      <p:sp>
        <p:nvSpPr>
          <p:cNvPr id="9" name="TextBox 8">
            <a:extLst>
              <a:ext uri="{FF2B5EF4-FFF2-40B4-BE49-F238E27FC236}">
                <a16:creationId xmlns:a16="http://schemas.microsoft.com/office/drawing/2014/main" id="{20710BDA-1443-10C3-C965-40E40F06FBC3}"/>
              </a:ext>
            </a:extLst>
          </p:cNvPr>
          <p:cNvSpPr txBox="1"/>
          <p:nvPr/>
        </p:nvSpPr>
        <p:spPr>
          <a:xfrm>
            <a:off x="157014" y="3429000"/>
            <a:ext cx="6096000" cy="3416320"/>
          </a:xfrm>
          <a:prstGeom prst="rect">
            <a:avLst/>
          </a:prstGeom>
          <a:noFill/>
        </p:spPr>
        <p:txBody>
          <a:bodyPr wrap="square">
            <a:spAutoFit/>
          </a:bodyPr>
          <a:lstStyle/>
          <a:p>
            <a:r>
              <a:rPr lang="en-IN" dirty="0"/>
              <a:t>Other possible names:</a:t>
            </a:r>
          </a:p>
          <a:p>
            <a:endParaRPr lang="en-IN" dirty="0"/>
          </a:p>
          <a:p>
            <a:r>
              <a:rPr lang="en-IN" dirty="0"/>
              <a:t>The Wet </a:t>
            </a:r>
            <a:r>
              <a:rPr lang="en-IN"/>
              <a:t>Ink Workshop</a:t>
            </a:r>
            <a:endParaRPr lang="en-IN" dirty="0"/>
          </a:p>
          <a:p>
            <a:pPr lvl="0"/>
            <a:r>
              <a:rPr lang="en-IN" dirty="0"/>
              <a:t>The Wet Ink Studio</a:t>
            </a:r>
          </a:p>
          <a:p>
            <a:pPr lvl="0"/>
            <a:r>
              <a:rPr lang="en-IN" dirty="0"/>
              <a:t>The Wet Ink Collective</a:t>
            </a:r>
          </a:p>
          <a:p>
            <a:pPr lvl="0"/>
            <a:r>
              <a:rPr lang="en-IN" dirty="0" err="1"/>
              <a:t>Mirafra</a:t>
            </a:r>
            <a:r>
              <a:rPr lang="en-IN" dirty="0"/>
              <a:t> Workshop</a:t>
            </a:r>
          </a:p>
          <a:p>
            <a:pPr lvl="0"/>
            <a:r>
              <a:rPr lang="en-IN" dirty="0" err="1"/>
              <a:t>Mirafra</a:t>
            </a:r>
            <a:r>
              <a:rPr lang="en-IN" dirty="0"/>
              <a:t> Studio</a:t>
            </a:r>
          </a:p>
          <a:p>
            <a:pPr lvl="0"/>
            <a:r>
              <a:rPr lang="en-IN" dirty="0" err="1"/>
              <a:t>Mirafra</a:t>
            </a:r>
            <a:r>
              <a:rPr lang="en-IN" dirty="0"/>
              <a:t> Collective</a:t>
            </a:r>
          </a:p>
          <a:p>
            <a:pPr lvl="0"/>
            <a:r>
              <a:rPr lang="en-IN" dirty="0"/>
              <a:t>The Red Lark Workshop</a:t>
            </a:r>
          </a:p>
          <a:p>
            <a:pPr lvl="0"/>
            <a:r>
              <a:rPr lang="en-IN" dirty="0"/>
              <a:t>The Red Lark Studio</a:t>
            </a:r>
          </a:p>
          <a:p>
            <a:pPr lvl="0"/>
            <a:r>
              <a:rPr lang="en-IN" dirty="0"/>
              <a:t>The Red Lark Collective</a:t>
            </a:r>
          </a:p>
          <a:p>
            <a:r>
              <a:rPr lang="en-IN" dirty="0"/>
              <a:t> </a:t>
            </a:r>
          </a:p>
        </p:txBody>
      </p:sp>
      <p:pic>
        <p:nvPicPr>
          <p:cNvPr id="4" name="Picture 3" descr="Lark - Free vector silhouettes on creazilla.com">
            <a:extLst>
              <a:ext uri="{FF2B5EF4-FFF2-40B4-BE49-F238E27FC236}">
                <a16:creationId xmlns:a16="http://schemas.microsoft.com/office/drawing/2014/main" id="{F4FF0E0F-27C1-3680-9EC7-1D519D38E2D5}"/>
              </a:ext>
            </a:extLst>
          </p:cNvPr>
          <p:cNvPicPr>
            <a:picLocks noChangeAspect="1"/>
          </p:cNvPicPr>
          <p:nvPr/>
        </p:nvPicPr>
        <p:blipFill>
          <a:blip r:embed="rId4">
            <a:extLst>
              <a:ext uri="{BEBA8EAE-BF5A-486C-A8C5-ECC9F3942E4B}">
                <a14:imgProps xmlns:a14="http://schemas.microsoft.com/office/drawing/2010/main">
                  <a14:imgLayer r:embed="rId5">
                    <a14:imgEffect>
                      <a14:saturation sat="66000"/>
                    </a14:imgEffect>
                  </a14:imgLayer>
                </a14:imgProps>
              </a:ext>
            </a:extLst>
          </a:blip>
          <a:stretch>
            <a:fillRect/>
          </a:stretch>
        </p:blipFill>
        <p:spPr>
          <a:xfrm>
            <a:off x="157014" y="759001"/>
            <a:ext cx="939973" cy="1089463"/>
          </a:xfrm>
          <a:prstGeom prst="rect">
            <a:avLst/>
          </a:prstGeom>
        </p:spPr>
      </p:pic>
    </p:spTree>
    <p:extLst>
      <p:ext uri="{BB962C8B-B14F-4D97-AF65-F5344CB8AC3E}">
        <p14:creationId xmlns:p14="http://schemas.microsoft.com/office/powerpoint/2010/main" val="1073841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2DEDE-2677-91E7-71CA-8063734CD6B0}"/>
              </a:ext>
            </a:extLst>
          </p:cNvPr>
          <p:cNvSpPr>
            <a:spLocks noGrp="1"/>
          </p:cNvSpPr>
          <p:nvPr>
            <p:ph type="title"/>
          </p:nvPr>
        </p:nvSpPr>
        <p:spPr/>
        <p:txBody>
          <a:bodyPr/>
          <a:lstStyle/>
          <a:p>
            <a:r>
              <a:rPr lang="en-IN" dirty="0">
                <a:solidFill>
                  <a:schemeClr val="tx1">
                    <a:lumMod val="75000"/>
                    <a:lumOff val="25000"/>
                  </a:schemeClr>
                </a:solidFill>
              </a:rPr>
              <a:t> 1. LANDING PAGE</a:t>
            </a:r>
          </a:p>
        </p:txBody>
      </p:sp>
      <p:sp>
        <p:nvSpPr>
          <p:cNvPr id="6" name="TextBox 5">
            <a:extLst>
              <a:ext uri="{FF2B5EF4-FFF2-40B4-BE49-F238E27FC236}">
                <a16:creationId xmlns:a16="http://schemas.microsoft.com/office/drawing/2014/main" id="{1A11FA76-60A4-ED28-5411-0E210D611629}"/>
              </a:ext>
            </a:extLst>
          </p:cNvPr>
          <p:cNvSpPr txBox="1"/>
          <p:nvPr/>
        </p:nvSpPr>
        <p:spPr>
          <a:xfrm>
            <a:off x="3942735" y="1823150"/>
            <a:ext cx="8175082" cy="4247317"/>
          </a:xfrm>
          <a:prstGeom prst="rect">
            <a:avLst/>
          </a:prstGeom>
          <a:noFill/>
        </p:spPr>
        <p:txBody>
          <a:bodyPr wrap="square">
            <a:spAutoFit/>
          </a:bodyPr>
          <a:lstStyle/>
          <a:p>
            <a:pPr algn="just"/>
            <a:r>
              <a:rPr lang="en-IN" b="1" dirty="0"/>
              <a:t>About: RED LARK WORKSHOP</a:t>
            </a:r>
          </a:p>
          <a:p>
            <a:pPr algn="just"/>
            <a:endParaRPr lang="en-IN" dirty="0"/>
          </a:p>
          <a:p>
            <a:r>
              <a:rPr lang="en-IN" dirty="0"/>
              <a:t>We are a network of leftist artists and designers in India committed to the principles of the creative commons and the copyleft movement. This non-commercial website is an archive and workshop of creativity for diverse political campaigns—ranging from the fight against fascism and corporate capitalism to the celebration of minority identities and revolutionary histories. The graphics, texts, and images housed here are produced by us, commissioned through our collaborative network, or thoughtfully compiled and adapted from outside sources. We also work as an “advertising” or “design agency” for different social and political movements in India. We strive to credit and promote the original creators, providing their contact details wherever possible. While all the features of this website including the artworks are free to use, visitors are welcome to financially support their favourite artists or donate to the website.</a:t>
            </a:r>
          </a:p>
          <a:p>
            <a:pPr algn="just"/>
            <a:endParaRPr lang="en-IN" dirty="0"/>
          </a:p>
          <a:p>
            <a:pPr algn="just"/>
            <a:r>
              <a:rPr lang="en-IN" dirty="0">
                <a:solidFill>
                  <a:srgbClr val="00B0F0"/>
                </a:solidFill>
              </a:rPr>
              <a:t>Learn more about us and the website policies.</a:t>
            </a:r>
          </a:p>
        </p:txBody>
      </p:sp>
      <p:sp>
        <p:nvSpPr>
          <p:cNvPr id="8" name="TextBox 7">
            <a:extLst>
              <a:ext uri="{FF2B5EF4-FFF2-40B4-BE49-F238E27FC236}">
                <a16:creationId xmlns:a16="http://schemas.microsoft.com/office/drawing/2014/main" id="{EFE7452F-C4EC-DA7D-C8BB-E714312CE7B6}"/>
              </a:ext>
            </a:extLst>
          </p:cNvPr>
          <p:cNvSpPr txBox="1"/>
          <p:nvPr/>
        </p:nvSpPr>
        <p:spPr>
          <a:xfrm>
            <a:off x="74184" y="5024026"/>
            <a:ext cx="6096000" cy="1600438"/>
          </a:xfrm>
          <a:prstGeom prst="rect">
            <a:avLst/>
          </a:prstGeom>
          <a:noFill/>
        </p:spPr>
        <p:txBody>
          <a:bodyPr wrap="square">
            <a:spAutoFit/>
          </a:bodyPr>
          <a:lstStyle/>
          <a:p>
            <a:r>
              <a:rPr lang="en-IN" sz="1400" dirty="0"/>
              <a:t>SEARCH BOX</a:t>
            </a:r>
          </a:p>
          <a:p>
            <a:endParaRPr lang="en-IN" sz="1400" dirty="0"/>
          </a:p>
          <a:p>
            <a:r>
              <a:rPr lang="en-IN" sz="1400" dirty="0"/>
              <a:t>CHOOSE LANGUAGE:</a:t>
            </a:r>
          </a:p>
          <a:p>
            <a:pPr marL="171450" indent="-171450">
              <a:buFontTx/>
              <a:buChar char="-"/>
            </a:pPr>
            <a:r>
              <a:rPr lang="en-IN" sz="1400" b="1" dirty="0"/>
              <a:t>English</a:t>
            </a:r>
          </a:p>
          <a:p>
            <a:pPr marL="171450" indent="-171450">
              <a:buFontTx/>
              <a:buChar char="-"/>
            </a:pPr>
            <a:r>
              <a:rPr lang="en-IN" sz="1400" dirty="0"/>
              <a:t>Hindi</a:t>
            </a:r>
          </a:p>
          <a:p>
            <a:pPr marL="171450" indent="-171450">
              <a:buFontTx/>
              <a:buChar char="-"/>
            </a:pPr>
            <a:r>
              <a:rPr lang="en-IN" sz="1400" dirty="0"/>
              <a:t>Bengali</a:t>
            </a:r>
          </a:p>
          <a:p>
            <a:pPr marL="171450" indent="-171450">
              <a:buFontTx/>
              <a:buChar char="-"/>
            </a:pPr>
            <a:r>
              <a:rPr lang="en-IN" sz="1400" dirty="0"/>
              <a:t>Malayalam </a:t>
            </a:r>
          </a:p>
        </p:txBody>
      </p:sp>
      <p:pic>
        <p:nvPicPr>
          <p:cNvPr id="10" name="Picture 9" descr="Black ink splatter in flat design splashing wet – Royalty-Free Vector |  VectorStock">
            <a:extLst>
              <a:ext uri="{FF2B5EF4-FFF2-40B4-BE49-F238E27FC236}">
                <a16:creationId xmlns:a16="http://schemas.microsoft.com/office/drawing/2014/main" id="{3A28AC54-C6BE-42E8-2B29-DD290105AEDC}"/>
              </a:ext>
            </a:extLst>
          </p:cNvPr>
          <p:cNvPicPr>
            <a:picLocks noChangeAspect="1"/>
          </p:cNvPicPr>
          <p:nvPr/>
        </p:nvPicPr>
        <p:blipFill>
          <a:blip r:embed="rId3"/>
          <a:srcRect t="9865" b="23945"/>
          <a:stretch>
            <a:fillRect/>
          </a:stretch>
        </p:blipFill>
        <p:spPr>
          <a:xfrm>
            <a:off x="9571459" y="0"/>
            <a:ext cx="2620541" cy="1873300"/>
          </a:xfrm>
          <a:prstGeom prst="rect">
            <a:avLst/>
          </a:prstGeom>
        </p:spPr>
      </p:pic>
      <p:pic>
        <p:nvPicPr>
          <p:cNvPr id="4" name="Picture 3" descr="Lark - Free vector silhouettes on creazilla.com">
            <a:extLst>
              <a:ext uri="{FF2B5EF4-FFF2-40B4-BE49-F238E27FC236}">
                <a16:creationId xmlns:a16="http://schemas.microsoft.com/office/drawing/2014/main" id="{BB4D2B91-43CB-9BD4-D953-EC35BDA02CB2}"/>
              </a:ext>
            </a:extLst>
          </p:cNvPr>
          <p:cNvPicPr>
            <a:picLocks noChangeAspect="1"/>
          </p:cNvPicPr>
          <p:nvPr/>
        </p:nvPicPr>
        <p:blipFill>
          <a:blip r:embed="rId4">
            <a:extLst>
              <a:ext uri="{BEBA8EAE-BF5A-486C-A8C5-ECC9F3942E4B}">
                <a14:imgProps xmlns:a14="http://schemas.microsoft.com/office/drawing/2010/main">
                  <a14:imgLayer r:embed="rId5">
                    <a14:imgEffect>
                      <a14:saturation sat="66000"/>
                    </a14:imgEffect>
                  </a14:imgLayer>
                </a14:imgProps>
              </a:ext>
            </a:extLst>
          </a:blip>
          <a:stretch>
            <a:fillRect/>
          </a:stretch>
        </p:blipFill>
        <p:spPr>
          <a:xfrm>
            <a:off x="157014" y="759001"/>
            <a:ext cx="939973" cy="1089463"/>
          </a:xfrm>
          <a:prstGeom prst="rect">
            <a:avLst/>
          </a:prstGeom>
        </p:spPr>
      </p:pic>
    </p:spTree>
    <p:extLst>
      <p:ext uri="{BB962C8B-B14F-4D97-AF65-F5344CB8AC3E}">
        <p14:creationId xmlns:p14="http://schemas.microsoft.com/office/powerpoint/2010/main" val="167054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10EEC-E5CF-395C-D855-DBE434EC5A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8815B9-0921-573E-68D7-26895BE18C2A}"/>
              </a:ext>
            </a:extLst>
          </p:cNvPr>
          <p:cNvSpPr>
            <a:spLocks noGrp="1"/>
          </p:cNvSpPr>
          <p:nvPr>
            <p:ph type="title"/>
          </p:nvPr>
        </p:nvSpPr>
        <p:spPr/>
        <p:txBody>
          <a:bodyPr/>
          <a:lstStyle/>
          <a:p>
            <a:r>
              <a:rPr lang="en-IN" dirty="0">
                <a:solidFill>
                  <a:schemeClr val="tx1">
                    <a:lumMod val="75000"/>
                    <a:lumOff val="25000"/>
                  </a:schemeClr>
                </a:solidFill>
              </a:rPr>
              <a:t> 1. LANDING PAGE</a:t>
            </a:r>
          </a:p>
        </p:txBody>
      </p:sp>
      <p:sp>
        <p:nvSpPr>
          <p:cNvPr id="6" name="TextBox 5">
            <a:extLst>
              <a:ext uri="{FF2B5EF4-FFF2-40B4-BE49-F238E27FC236}">
                <a16:creationId xmlns:a16="http://schemas.microsoft.com/office/drawing/2014/main" id="{C674D16F-358B-483B-2B1B-CCCDF7D0E6FC}"/>
              </a:ext>
            </a:extLst>
          </p:cNvPr>
          <p:cNvSpPr txBox="1"/>
          <p:nvPr/>
        </p:nvSpPr>
        <p:spPr>
          <a:xfrm>
            <a:off x="4011561" y="2186943"/>
            <a:ext cx="8106255" cy="3416320"/>
          </a:xfrm>
          <a:prstGeom prst="rect">
            <a:avLst/>
          </a:prstGeom>
          <a:noFill/>
        </p:spPr>
        <p:txBody>
          <a:bodyPr wrap="square">
            <a:spAutoFit/>
          </a:bodyPr>
          <a:lstStyle/>
          <a:p>
            <a:r>
              <a:rPr lang="en-IN" b="1" dirty="0"/>
              <a:t>Our objectives</a:t>
            </a:r>
            <a:r>
              <a:rPr lang="en-IN" dirty="0"/>
              <a:t>:</a:t>
            </a:r>
          </a:p>
          <a:p>
            <a:endParaRPr lang="en-IN" dirty="0"/>
          </a:p>
          <a:p>
            <a:pPr marL="285750" lvl="0" indent="-285750">
              <a:buFont typeface="Arial" panose="020B0604020202020204" pitchFamily="34" charset="0"/>
              <a:buChar char="•"/>
            </a:pPr>
            <a:r>
              <a:rPr lang="en-IN" dirty="0"/>
              <a:t>Fuel and partake in political and social campaigns for an equitable world.</a:t>
            </a:r>
          </a:p>
          <a:p>
            <a:pPr marL="285750" lvl="0" indent="-285750">
              <a:buFont typeface="Arial" panose="020B0604020202020204" pitchFamily="34" charset="0"/>
              <a:buChar char="•"/>
            </a:pPr>
            <a:r>
              <a:rPr lang="en-IN" dirty="0"/>
              <a:t>Promote open access and copyleft principles by freely disseminating image and text.</a:t>
            </a:r>
          </a:p>
          <a:p>
            <a:pPr marL="285750" lvl="0" indent="-285750">
              <a:buFont typeface="Arial" panose="020B0604020202020204" pitchFamily="34" charset="0"/>
              <a:buChar char="•"/>
            </a:pPr>
            <a:r>
              <a:rPr lang="en-IN" dirty="0"/>
              <a:t>Amplify and archive voices from the margins and forgotten histories. </a:t>
            </a:r>
          </a:p>
          <a:p>
            <a:pPr marL="285750" lvl="0" indent="-285750">
              <a:buFont typeface="Arial" panose="020B0604020202020204" pitchFamily="34" charset="0"/>
              <a:buChar char="•"/>
            </a:pPr>
            <a:r>
              <a:rPr lang="en-IN" dirty="0"/>
              <a:t>Champion and support creative activism and non-mainstream artists and writers.</a:t>
            </a:r>
          </a:p>
          <a:p>
            <a:pPr marL="285750" lvl="0" indent="-285750">
              <a:buFont typeface="Arial" panose="020B0604020202020204" pitchFamily="34" charset="0"/>
              <a:buChar char="•"/>
            </a:pPr>
            <a:r>
              <a:rPr lang="en-IN" dirty="0"/>
              <a:t>Build a collaborative network and organization of like-minded artists, writers and cultural activists.</a:t>
            </a:r>
          </a:p>
          <a:p>
            <a:pPr marL="285750" lvl="0" indent="-285750">
              <a:buFont typeface="Arial" panose="020B0604020202020204" pitchFamily="34" charset="0"/>
              <a:buChar char="•"/>
            </a:pPr>
            <a:r>
              <a:rPr lang="en-IN" dirty="0"/>
              <a:t>Propagate the principles of Marxism-Leninism and work towards bridging and unifying the South Asian left.</a:t>
            </a:r>
          </a:p>
          <a:p>
            <a:pPr algn="just"/>
            <a:endParaRPr lang="en-IN" dirty="0"/>
          </a:p>
        </p:txBody>
      </p:sp>
      <p:sp>
        <p:nvSpPr>
          <p:cNvPr id="8" name="TextBox 7">
            <a:extLst>
              <a:ext uri="{FF2B5EF4-FFF2-40B4-BE49-F238E27FC236}">
                <a16:creationId xmlns:a16="http://schemas.microsoft.com/office/drawing/2014/main" id="{3AE54323-5D2A-21C1-2663-C0851A39626B}"/>
              </a:ext>
            </a:extLst>
          </p:cNvPr>
          <p:cNvSpPr txBox="1"/>
          <p:nvPr/>
        </p:nvSpPr>
        <p:spPr>
          <a:xfrm>
            <a:off x="74184" y="5024026"/>
            <a:ext cx="6096000" cy="1600438"/>
          </a:xfrm>
          <a:prstGeom prst="rect">
            <a:avLst/>
          </a:prstGeom>
          <a:noFill/>
        </p:spPr>
        <p:txBody>
          <a:bodyPr wrap="square">
            <a:spAutoFit/>
          </a:bodyPr>
          <a:lstStyle/>
          <a:p>
            <a:r>
              <a:rPr lang="en-IN" sz="1400" dirty="0"/>
              <a:t>SEARCH BOX</a:t>
            </a:r>
          </a:p>
          <a:p>
            <a:endParaRPr lang="en-IN" sz="1400" dirty="0"/>
          </a:p>
          <a:p>
            <a:r>
              <a:rPr lang="en-IN" sz="1400" dirty="0"/>
              <a:t>CHOOSE LANGUAGE:</a:t>
            </a:r>
          </a:p>
          <a:p>
            <a:pPr marL="171450" indent="-171450">
              <a:buFontTx/>
              <a:buChar char="-"/>
            </a:pPr>
            <a:r>
              <a:rPr lang="en-IN" sz="1400" b="1" dirty="0"/>
              <a:t>English</a:t>
            </a:r>
          </a:p>
          <a:p>
            <a:pPr marL="171450" indent="-171450">
              <a:buFontTx/>
              <a:buChar char="-"/>
            </a:pPr>
            <a:r>
              <a:rPr lang="en-IN" sz="1400" dirty="0"/>
              <a:t>Hindi</a:t>
            </a:r>
          </a:p>
          <a:p>
            <a:pPr marL="171450" indent="-171450">
              <a:buFontTx/>
              <a:buChar char="-"/>
            </a:pPr>
            <a:r>
              <a:rPr lang="en-IN" sz="1400" dirty="0"/>
              <a:t>Bengali</a:t>
            </a:r>
          </a:p>
          <a:p>
            <a:pPr marL="171450" indent="-171450">
              <a:buFontTx/>
              <a:buChar char="-"/>
            </a:pPr>
            <a:r>
              <a:rPr lang="en-IN" sz="1400" dirty="0"/>
              <a:t>Malayalam </a:t>
            </a:r>
          </a:p>
        </p:txBody>
      </p:sp>
      <p:pic>
        <p:nvPicPr>
          <p:cNvPr id="10" name="Picture 9" descr="Black ink splatter in flat design splashing wet – Royalty-Free Vector |  VectorStock">
            <a:extLst>
              <a:ext uri="{FF2B5EF4-FFF2-40B4-BE49-F238E27FC236}">
                <a16:creationId xmlns:a16="http://schemas.microsoft.com/office/drawing/2014/main" id="{FF0436FC-C418-2421-201E-ECB450FB22E3}"/>
              </a:ext>
            </a:extLst>
          </p:cNvPr>
          <p:cNvPicPr>
            <a:picLocks noChangeAspect="1"/>
          </p:cNvPicPr>
          <p:nvPr/>
        </p:nvPicPr>
        <p:blipFill>
          <a:blip r:embed="rId3"/>
          <a:srcRect t="9865" b="23945"/>
          <a:stretch>
            <a:fillRect/>
          </a:stretch>
        </p:blipFill>
        <p:spPr>
          <a:xfrm>
            <a:off x="9571459" y="0"/>
            <a:ext cx="2620541" cy="1873300"/>
          </a:xfrm>
          <a:prstGeom prst="rect">
            <a:avLst/>
          </a:prstGeom>
        </p:spPr>
      </p:pic>
      <p:pic>
        <p:nvPicPr>
          <p:cNvPr id="4" name="Picture 3" descr="Lark - Free vector silhouettes on creazilla.com">
            <a:extLst>
              <a:ext uri="{FF2B5EF4-FFF2-40B4-BE49-F238E27FC236}">
                <a16:creationId xmlns:a16="http://schemas.microsoft.com/office/drawing/2014/main" id="{C5023977-AC21-CDF6-EC55-748B411CBF0D}"/>
              </a:ext>
            </a:extLst>
          </p:cNvPr>
          <p:cNvPicPr>
            <a:picLocks noChangeAspect="1"/>
          </p:cNvPicPr>
          <p:nvPr/>
        </p:nvPicPr>
        <p:blipFill>
          <a:blip r:embed="rId4">
            <a:extLst>
              <a:ext uri="{BEBA8EAE-BF5A-486C-A8C5-ECC9F3942E4B}">
                <a14:imgProps xmlns:a14="http://schemas.microsoft.com/office/drawing/2010/main">
                  <a14:imgLayer r:embed="rId5">
                    <a14:imgEffect>
                      <a14:saturation sat="66000"/>
                    </a14:imgEffect>
                  </a14:imgLayer>
                </a14:imgProps>
              </a:ext>
            </a:extLst>
          </a:blip>
          <a:stretch>
            <a:fillRect/>
          </a:stretch>
        </p:blipFill>
        <p:spPr>
          <a:xfrm>
            <a:off x="157014" y="759001"/>
            <a:ext cx="939973" cy="1089463"/>
          </a:xfrm>
          <a:prstGeom prst="rect">
            <a:avLst/>
          </a:prstGeom>
        </p:spPr>
      </p:pic>
    </p:spTree>
    <p:extLst>
      <p:ext uri="{BB962C8B-B14F-4D97-AF65-F5344CB8AC3E}">
        <p14:creationId xmlns:p14="http://schemas.microsoft.com/office/powerpoint/2010/main" val="3202725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A83B5-1377-0779-D93D-532BF6C3B6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4D759E-0D80-8284-475B-514A3B3E2711}"/>
              </a:ext>
            </a:extLst>
          </p:cNvPr>
          <p:cNvSpPr>
            <a:spLocks noGrp="1"/>
          </p:cNvSpPr>
          <p:nvPr>
            <p:ph type="title"/>
          </p:nvPr>
        </p:nvSpPr>
        <p:spPr/>
        <p:txBody>
          <a:bodyPr/>
          <a:lstStyle/>
          <a:p>
            <a:r>
              <a:rPr lang="en-IN" dirty="0">
                <a:solidFill>
                  <a:schemeClr val="tx1">
                    <a:lumMod val="75000"/>
                    <a:lumOff val="25000"/>
                  </a:schemeClr>
                </a:solidFill>
              </a:rPr>
              <a:t> 1. LANDING PAGE</a:t>
            </a:r>
          </a:p>
        </p:txBody>
      </p:sp>
      <p:sp>
        <p:nvSpPr>
          <p:cNvPr id="6" name="TextBox 5">
            <a:extLst>
              <a:ext uri="{FF2B5EF4-FFF2-40B4-BE49-F238E27FC236}">
                <a16:creationId xmlns:a16="http://schemas.microsoft.com/office/drawing/2014/main" id="{C8EF2E41-FCCC-553C-6D69-0FCF816227C0}"/>
              </a:ext>
            </a:extLst>
          </p:cNvPr>
          <p:cNvSpPr txBox="1"/>
          <p:nvPr/>
        </p:nvSpPr>
        <p:spPr>
          <a:xfrm>
            <a:off x="4011561" y="2186943"/>
            <a:ext cx="8106255" cy="4801314"/>
          </a:xfrm>
          <a:prstGeom prst="rect">
            <a:avLst/>
          </a:prstGeom>
          <a:noFill/>
        </p:spPr>
        <p:txBody>
          <a:bodyPr wrap="square">
            <a:spAutoFit/>
          </a:bodyPr>
          <a:lstStyle/>
          <a:p>
            <a:r>
              <a:rPr lang="en-IN" b="1" dirty="0"/>
              <a:t>Our policy on Generative AI: </a:t>
            </a:r>
          </a:p>
          <a:p>
            <a:endParaRPr lang="en-IN" dirty="0"/>
          </a:p>
          <a:p>
            <a:r>
              <a:rPr lang="en-IN" dirty="0"/>
              <a:t>The Red Lark Workshop was born amidst the recent Gen-Z protests challenging India’s right-wing BJP government and the surge of AI-generated visuals created both for and against the cause. We recognize the inevitability and significance of mass creativity enabled by generative AI, despite the social and ecological harms perpetrated by the Big Tech corporations behind these tools. Because large AI models are trained on massive data averages—often ignoring rare or exceptional samples—we are alarmed by the resulting flood of generic, stereotypical visuals. However well-intentioned, these images frequently border on majoritarian forms of racism, sexism, and ableism. Realizing that human creativity and reflection remain unsurpassed and essential for imagining a better world, we advocate for a thoughtful, minimal use of generative AI rather than a complete boycott. The creative works featured in our archive proudly reflect this principle.</a:t>
            </a:r>
            <a:endParaRPr lang="en-IN" b="1" dirty="0"/>
          </a:p>
          <a:p>
            <a:endParaRPr lang="en-IN" b="1" dirty="0"/>
          </a:p>
          <a:p>
            <a:r>
              <a:rPr lang="en-IN" dirty="0">
                <a:solidFill>
                  <a:srgbClr val="00B0F0"/>
                </a:solidFill>
              </a:rPr>
              <a:t>Learn more about us and the website policies.</a:t>
            </a:r>
          </a:p>
          <a:p>
            <a:endParaRPr lang="en-IN" b="1" dirty="0"/>
          </a:p>
        </p:txBody>
      </p:sp>
      <p:sp>
        <p:nvSpPr>
          <p:cNvPr id="8" name="TextBox 7">
            <a:extLst>
              <a:ext uri="{FF2B5EF4-FFF2-40B4-BE49-F238E27FC236}">
                <a16:creationId xmlns:a16="http://schemas.microsoft.com/office/drawing/2014/main" id="{6ACD81E0-73B7-B82C-8689-55B79F5D4352}"/>
              </a:ext>
            </a:extLst>
          </p:cNvPr>
          <p:cNvSpPr txBox="1"/>
          <p:nvPr/>
        </p:nvSpPr>
        <p:spPr>
          <a:xfrm>
            <a:off x="74184" y="5024026"/>
            <a:ext cx="6096000" cy="1600438"/>
          </a:xfrm>
          <a:prstGeom prst="rect">
            <a:avLst/>
          </a:prstGeom>
          <a:noFill/>
        </p:spPr>
        <p:txBody>
          <a:bodyPr wrap="square">
            <a:spAutoFit/>
          </a:bodyPr>
          <a:lstStyle/>
          <a:p>
            <a:r>
              <a:rPr lang="en-IN" sz="1400" dirty="0"/>
              <a:t>SEARCH BOX</a:t>
            </a:r>
          </a:p>
          <a:p>
            <a:endParaRPr lang="en-IN" sz="1400" dirty="0"/>
          </a:p>
          <a:p>
            <a:r>
              <a:rPr lang="en-IN" sz="1400" dirty="0"/>
              <a:t>CHOOSE LANGUAGE:</a:t>
            </a:r>
          </a:p>
          <a:p>
            <a:pPr marL="171450" indent="-171450">
              <a:buFontTx/>
              <a:buChar char="-"/>
            </a:pPr>
            <a:r>
              <a:rPr lang="en-IN" sz="1400" b="1" dirty="0"/>
              <a:t>English</a:t>
            </a:r>
          </a:p>
          <a:p>
            <a:pPr marL="171450" indent="-171450">
              <a:buFontTx/>
              <a:buChar char="-"/>
            </a:pPr>
            <a:r>
              <a:rPr lang="en-IN" sz="1400" dirty="0"/>
              <a:t>Hindi</a:t>
            </a:r>
          </a:p>
          <a:p>
            <a:pPr marL="171450" indent="-171450">
              <a:buFontTx/>
              <a:buChar char="-"/>
            </a:pPr>
            <a:r>
              <a:rPr lang="en-IN" sz="1400" dirty="0"/>
              <a:t>Bengali</a:t>
            </a:r>
          </a:p>
          <a:p>
            <a:pPr marL="171450" indent="-171450">
              <a:buFontTx/>
              <a:buChar char="-"/>
            </a:pPr>
            <a:r>
              <a:rPr lang="en-IN" sz="1400" dirty="0"/>
              <a:t>Malayalam </a:t>
            </a:r>
          </a:p>
        </p:txBody>
      </p:sp>
      <p:pic>
        <p:nvPicPr>
          <p:cNvPr id="10" name="Picture 9" descr="Black ink splatter in flat design splashing wet – Royalty-Free Vector |  VectorStock">
            <a:extLst>
              <a:ext uri="{FF2B5EF4-FFF2-40B4-BE49-F238E27FC236}">
                <a16:creationId xmlns:a16="http://schemas.microsoft.com/office/drawing/2014/main" id="{B1FDB9E0-1D39-42CA-6C86-BE440D2C8381}"/>
              </a:ext>
            </a:extLst>
          </p:cNvPr>
          <p:cNvPicPr>
            <a:picLocks noChangeAspect="1"/>
          </p:cNvPicPr>
          <p:nvPr/>
        </p:nvPicPr>
        <p:blipFill>
          <a:blip r:embed="rId3"/>
          <a:srcRect t="9865" b="23945"/>
          <a:stretch>
            <a:fillRect/>
          </a:stretch>
        </p:blipFill>
        <p:spPr>
          <a:xfrm>
            <a:off x="9571459" y="0"/>
            <a:ext cx="2620541" cy="1873300"/>
          </a:xfrm>
          <a:prstGeom prst="rect">
            <a:avLst/>
          </a:prstGeom>
        </p:spPr>
      </p:pic>
      <p:pic>
        <p:nvPicPr>
          <p:cNvPr id="4" name="Picture 3" descr="Lark - Free vector silhouettes on creazilla.com">
            <a:extLst>
              <a:ext uri="{FF2B5EF4-FFF2-40B4-BE49-F238E27FC236}">
                <a16:creationId xmlns:a16="http://schemas.microsoft.com/office/drawing/2014/main" id="{C88E20EE-68FC-2E2B-DF62-8CDA148925E1}"/>
              </a:ext>
            </a:extLst>
          </p:cNvPr>
          <p:cNvPicPr>
            <a:picLocks noChangeAspect="1"/>
          </p:cNvPicPr>
          <p:nvPr/>
        </p:nvPicPr>
        <p:blipFill>
          <a:blip r:embed="rId4">
            <a:extLst>
              <a:ext uri="{BEBA8EAE-BF5A-486C-A8C5-ECC9F3942E4B}">
                <a14:imgProps xmlns:a14="http://schemas.microsoft.com/office/drawing/2010/main">
                  <a14:imgLayer r:embed="rId5">
                    <a14:imgEffect>
                      <a14:saturation sat="66000"/>
                    </a14:imgEffect>
                  </a14:imgLayer>
                </a14:imgProps>
              </a:ext>
            </a:extLst>
          </a:blip>
          <a:stretch>
            <a:fillRect/>
          </a:stretch>
        </p:blipFill>
        <p:spPr>
          <a:xfrm>
            <a:off x="157014" y="759001"/>
            <a:ext cx="939973" cy="1089463"/>
          </a:xfrm>
          <a:prstGeom prst="rect">
            <a:avLst/>
          </a:prstGeom>
        </p:spPr>
      </p:pic>
    </p:spTree>
    <p:extLst>
      <p:ext uri="{BB962C8B-B14F-4D97-AF65-F5344CB8AC3E}">
        <p14:creationId xmlns:p14="http://schemas.microsoft.com/office/powerpoint/2010/main" val="4139748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BD9CB-F8C6-56B6-0C7A-BF5908411C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6AAE37-88EE-27C0-506D-D498DFA222A2}"/>
              </a:ext>
            </a:extLst>
          </p:cNvPr>
          <p:cNvSpPr>
            <a:spLocks noGrp="1"/>
          </p:cNvSpPr>
          <p:nvPr>
            <p:ph type="title"/>
          </p:nvPr>
        </p:nvSpPr>
        <p:spPr/>
        <p:txBody>
          <a:bodyPr/>
          <a:lstStyle/>
          <a:p>
            <a:r>
              <a:rPr lang="en-IN" dirty="0"/>
              <a:t> 2 </a:t>
            </a:r>
          </a:p>
        </p:txBody>
      </p:sp>
      <p:sp>
        <p:nvSpPr>
          <p:cNvPr id="4" name="Content Placeholder 3">
            <a:extLst>
              <a:ext uri="{FF2B5EF4-FFF2-40B4-BE49-F238E27FC236}">
                <a16:creationId xmlns:a16="http://schemas.microsoft.com/office/drawing/2014/main" id="{7DBE44A6-0681-F937-BFCB-1B27FD95DBAC}"/>
              </a:ext>
            </a:extLst>
          </p:cNvPr>
          <p:cNvSpPr>
            <a:spLocks noGrp="1"/>
          </p:cNvSpPr>
          <p:nvPr>
            <p:ph sz="half" idx="1"/>
          </p:nvPr>
        </p:nvSpPr>
        <p:spPr>
          <a:xfrm>
            <a:off x="5839325" y="128337"/>
            <a:ext cx="5665909" cy="6729663"/>
          </a:xfrm>
        </p:spPr>
        <p:txBody>
          <a:bodyPr>
            <a:normAutofit fontScale="25000" lnSpcReduction="20000"/>
          </a:bodyPr>
          <a:lstStyle/>
          <a:p>
            <a:pPr marL="128016" lvl="1" indent="0">
              <a:buNone/>
            </a:pPr>
            <a:r>
              <a:rPr lang="en-IN" sz="5600" dirty="0"/>
              <a:t>ALL (Uncategorized)</a:t>
            </a:r>
          </a:p>
          <a:p>
            <a:pPr marL="128016" lvl="1" indent="0">
              <a:buNone/>
            </a:pPr>
            <a:r>
              <a:rPr lang="en-IN" sz="5600" dirty="0"/>
              <a:t>Categories</a:t>
            </a:r>
          </a:p>
          <a:p>
            <a:pPr lvl="1"/>
            <a:endParaRPr lang="en-IN" sz="3500" dirty="0"/>
          </a:p>
          <a:p>
            <a:pPr lvl="1"/>
            <a:r>
              <a:rPr lang="en-IN" sz="4800" dirty="0"/>
              <a:t>Adivasis</a:t>
            </a:r>
          </a:p>
          <a:p>
            <a:pPr lvl="1"/>
            <a:r>
              <a:rPr lang="en-IN" sz="4800" dirty="0"/>
              <a:t>Anti-Imperialism</a:t>
            </a:r>
          </a:p>
          <a:p>
            <a:pPr lvl="1"/>
            <a:r>
              <a:rPr lang="en-IN" sz="4800" dirty="0"/>
              <a:t>Anti-War</a:t>
            </a:r>
          </a:p>
          <a:p>
            <a:pPr lvl="1"/>
            <a:r>
              <a:rPr lang="en-IN" sz="4800" dirty="0"/>
              <a:t>BJP-RSS-Hindutva</a:t>
            </a:r>
          </a:p>
          <a:p>
            <a:pPr lvl="1"/>
            <a:r>
              <a:rPr lang="en-IN" sz="4800" dirty="0"/>
              <a:t>CAA-NRC</a:t>
            </a:r>
          </a:p>
          <a:p>
            <a:pPr lvl="1"/>
            <a:r>
              <a:rPr lang="en-IN" sz="4800" dirty="0"/>
              <a:t>Caste and Reservation </a:t>
            </a:r>
          </a:p>
          <a:p>
            <a:pPr lvl="1"/>
            <a:r>
              <a:rPr lang="en-IN" sz="4800" dirty="0"/>
              <a:t>Cockroaches</a:t>
            </a:r>
          </a:p>
          <a:p>
            <a:pPr lvl="1"/>
            <a:r>
              <a:rPr lang="en-IN" sz="4800" dirty="0"/>
              <a:t>Corporates</a:t>
            </a:r>
          </a:p>
          <a:p>
            <a:pPr lvl="1"/>
            <a:r>
              <a:rPr lang="en-IN" sz="4800" dirty="0"/>
              <a:t>Corruption</a:t>
            </a:r>
          </a:p>
          <a:p>
            <a:pPr lvl="1"/>
            <a:r>
              <a:rPr lang="en-IN" sz="4800" dirty="0"/>
              <a:t>Democracy</a:t>
            </a:r>
          </a:p>
          <a:p>
            <a:pPr lvl="1"/>
            <a:r>
              <a:rPr lang="en-IN" sz="4800" dirty="0"/>
              <a:t>Displacement and Migration</a:t>
            </a:r>
          </a:p>
          <a:p>
            <a:pPr lvl="1"/>
            <a:r>
              <a:rPr lang="en-IN" sz="4800" dirty="0"/>
              <a:t>Ecology/Environment/Land</a:t>
            </a:r>
          </a:p>
          <a:p>
            <a:pPr lvl="1"/>
            <a:r>
              <a:rPr lang="en-IN" sz="4800" dirty="0"/>
              <a:t>Farmers </a:t>
            </a:r>
          </a:p>
          <a:p>
            <a:pPr lvl="1"/>
            <a:r>
              <a:rPr lang="en-IN" sz="4800" dirty="0"/>
              <a:t>Fascism</a:t>
            </a:r>
          </a:p>
          <a:p>
            <a:pPr lvl="1"/>
            <a:r>
              <a:rPr lang="en-IN" sz="4800" dirty="0"/>
              <a:t>Feminism and Patriarchy</a:t>
            </a:r>
          </a:p>
          <a:p>
            <a:pPr lvl="1"/>
            <a:r>
              <a:rPr lang="en-IN" sz="4800" dirty="0"/>
              <a:t>Freedom of Speech</a:t>
            </a:r>
          </a:p>
          <a:p>
            <a:pPr lvl="1"/>
            <a:r>
              <a:rPr lang="en-IN" sz="4800" dirty="0"/>
              <a:t>LGBTQI+</a:t>
            </a:r>
          </a:p>
          <a:p>
            <a:pPr lvl="1"/>
            <a:r>
              <a:rPr lang="en-IN" sz="4800" dirty="0"/>
              <a:t>Muslim Identity</a:t>
            </a:r>
          </a:p>
          <a:p>
            <a:pPr lvl="1"/>
            <a:r>
              <a:rPr lang="en-IN" sz="4800" dirty="0"/>
              <a:t>Nationalism</a:t>
            </a:r>
          </a:p>
          <a:p>
            <a:pPr lvl="1"/>
            <a:r>
              <a:rPr lang="en-IN" sz="4800" dirty="0"/>
              <a:t>Palestine</a:t>
            </a:r>
          </a:p>
          <a:p>
            <a:pPr lvl="1"/>
            <a:r>
              <a:rPr lang="en-IN" sz="4800" dirty="0"/>
              <a:t>Political Prisoners</a:t>
            </a:r>
          </a:p>
          <a:p>
            <a:pPr lvl="1"/>
            <a:r>
              <a:rPr lang="en-IN" sz="4800" dirty="0"/>
              <a:t>Revolutionaries</a:t>
            </a:r>
            <a:endParaRPr lang="en-IN" sz="4800" dirty="0">
              <a:highlight>
                <a:srgbClr val="FFFF00"/>
              </a:highlight>
            </a:endParaRPr>
          </a:p>
          <a:p>
            <a:pPr lvl="1"/>
            <a:r>
              <a:rPr lang="en-IN" sz="4800" dirty="0">
                <a:highlight>
                  <a:srgbClr val="FFFF00"/>
                </a:highlight>
              </a:rPr>
              <a:t>SIR/Election Commission</a:t>
            </a:r>
          </a:p>
          <a:p>
            <a:pPr lvl="1"/>
            <a:r>
              <a:rPr lang="en-IN" sz="4800" dirty="0"/>
              <a:t>Student Politics</a:t>
            </a:r>
          </a:p>
          <a:p>
            <a:pPr lvl="1"/>
            <a:r>
              <a:rPr lang="en-IN" sz="4800" dirty="0"/>
              <a:t>Unemployment</a:t>
            </a:r>
          </a:p>
          <a:p>
            <a:pPr lvl="1"/>
            <a:r>
              <a:rPr lang="en-IN" sz="4800" dirty="0"/>
              <a:t>Uniform Civil Code</a:t>
            </a:r>
          </a:p>
          <a:p>
            <a:pPr lvl="1"/>
            <a:r>
              <a:rPr lang="en-IN" sz="4800" dirty="0"/>
              <a:t>Workers</a:t>
            </a:r>
          </a:p>
          <a:p>
            <a:pPr lvl="1"/>
            <a:r>
              <a:rPr lang="en-IN" sz="4800" i="1" dirty="0"/>
              <a:t>Miscellaneous</a:t>
            </a:r>
            <a:endParaRPr lang="en-IN" sz="4800" dirty="0"/>
          </a:p>
          <a:p>
            <a:endParaRPr lang="en-IN" dirty="0"/>
          </a:p>
          <a:p>
            <a:endParaRPr lang="en-IN" dirty="0"/>
          </a:p>
        </p:txBody>
      </p:sp>
      <p:pic>
        <p:nvPicPr>
          <p:cNvPr id="5" name="Graphic 4" descr="Fire with solid fill">
            <a:extLst>
              <a:ext uri="{FF2B5EF4-FFF2-40B4-BE49-F238E27FC236}">
                <a16:creationId xmlns:a16="http://schemas.microsoft.com/office/drawing/2014/main" id="{094D2EAA-3E69-869D-3CF7-33D882B4D5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64180" y="5102942"/>
            <a:ext cx="208220" cy="208220"/>
          </a:xfrm>
          <a:prstGeom prst="rect">
            <a:avLst/>
          </a:prstGeom>
        </p:spPr>
      </p:pic>
      <p:pic>
        <p:nvPicPr>
          <p:cNvPr id="6" name="Picture 5" descr="Lark - Free vector silhouettes on creazilla.com">
            <a:extLst>
              <a:ext uri="{FF2B5EF4-FFF2-40B4-BE49-F238E27FC236}">
                <a16:creationId xmlns:a16="http://schemas.microsoft.com/office/drawing/2014/main" id="{59EBE502-14BD-AE5C-33E6-2394F984F72A}"/>
              </a:ext>
            </a:extLst>
          </p:cNvPr>
          <p:cNvPicPr>
            <a:picLocks noChangeAspect="1"/>
          </p:cNvPicPr>
          <p:nvPr/>
        </p:nvPicPr>
        <p:blipFill>
          <a:blip r:embed="rId4">
            <a:extLst>
              <a:ext uri="{BEBA8EAE-BF5A-486C-A8C5-ECC9F3942E4B}">
                <a14:imgProps xmlns:a14="http://schemas.microsoft.com/office/drawing/2010/main">
                  <a14:imgLayer r:embed="rId5">
                    <a14:imgEffect>
                      <a14:saturation sat="66000"/>
                    </a14:imgEffect>
                  </a14:imgLayer>
                </a14:imgProps>
              </a:ext>
            </a:extLst>
          </a:blip>
          <a:stretch>
            <a:fillRect/>
          </a:stretch>
        </p:blipFill>
        <p:spPr>
          <a:xfrm>
            <a:off x="157014" y="759001"/>
            <a:ext cx="939973" cy="1089463"/>
          </a:xfrm>
          <a:prstGeom prst="rect">
            <a:avLst/>
          </a:prstGeom>
        </p:spPr>
      </p:pic>
    </p:spTree>
    <p:extLst>
      <p:ext uri="{BB962C8B-B14F-4D97-AF65-F5344CB8AC3E}">
        <p14:creationId xmlns:p14="http://schemas.microsoft.com/office/powerpoint/2010/main" val="739499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90ED0-59E3-A1D8-DB7C-049AF60C1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91A85-1206-291B-3E7D-798A28A75EC8}"/>
              </a:ext>
            </a:extLst>
          </p:cNvPr>
          <p:cNvSpPr>
            <a:spLocks noGrp="1"/>
          </p:cNvSpPr>
          <p:nvPr>
            <p:ph type="title"/>
          </p:nvPr>
        </p:nvSpPr>
        <p:spPr/>
        <p:txBody>
          <a:bodyPr/>
          <a:lstStyle/>
          <a:p>
            <a:r>
              <a:rPr lang="en-IN" dirty="0"/>
              <a:t> 2 </a:t>
            </a:r>
          </a:p>
        </p:txBody>
      </p:sp>
      <p:sp>
        <p:nvSpPr>
          <p:cNvPr id="4" name="Content Placeholder 3">
            <a:extLst>
              <a:ext uri="{FF2B5EF4-FFF2-40B4-BE49-F238E27FC236}">
                <a16:creationId xmlns:a16="http://schemas.microsoft.com/office/drawing/2014/main" id="{A41C9B44-D35B-9093-95C9-B17446B67283}"/>
              </a:ext>
            </a:extLst>
          </p:cNvPr>
          <p:cNvSpPr>
            <a:spLocks noGrp="1"/>
          </p:cNvSpPr>
          <p:nvPr>
            <p:ph sz="half" idx="1"/>
          </p:nvPr>
        </p:nvSpPr>
        <p:spPr>
          <a:xfrm>
            <a:off x="5839325" y="128337"/>
            <a:ext cx="5665909" cy="6729663"/>
          </a:xfrm>
        </p:spPr>
        <p:txBody>
          <a:bodyPr>
            <a:normAutofit fontScale="25000" lnSpcReduction="20000"/>
          </a:bodyPr>
          <a:lstStyle/>
          <a:p>
            <a:pPr marL="128016" lvl="1" indent="0">
              <a:buNone/>
            </a:pPr>
            <a:r>
              <a:rPr lang="en-IN" sz="5600" dirty="0"/>
              <a:t>ALL (Uncategorized)</a:t>
            </a:r>
          </a:p>
          <a:p>
            <a:pPr marL="128016" lvl="1" indent="0">
              <a:buNone/>
            </a:pPr>
            <a:r>
              <a:rPr lang="en-IN" sz="5600" dirty="0"/>
              <a:t>Categories</a:t>
            </a:r>
          </a:p>
          <a:p>
            <a:pPr lvl="1"/>
            <a:endParaRPr lang="en-IN" sz="3500" dirty="0"/>
          </a:p>
          <a:p>
            <a:pPr lvl="1"/>
            <a:r>
              <a:rPr lang="en-IN" sz="4800" dirty="0"/>
              <a:t>Adivasis</a:t>
            </a:r>
          </a:p>
          <a:p>
            <a:pPr lvl="1"/>
            <a:r>
              <a:rPr lang="en-IN" sz="4800" dirty="0"/>
              <a:t>Anti-Imperialism</a:t>
            </a:r>
          </a:p>
          <a:p>
            <a:pPr lvl="1"/>
            <a:r>
              <a:rPr lang="en-IN" sz="4800" dirty="0"/>
              <a:t>Anti-War</a:t>
            </a:r>
          </a:p>
          <a:p>
            <a:pPr lvl="1"/>
            <a:r>
              <a:rPr lang="en-IN" sz="4800" dirty="0"/>
              <a:t>BJP-RSS-Hindutva</a:t>
            </a:r>
          </a:p>
          <a:p>
            <a:pPr lvl="1"/>
            <a:r>
              <a:rPr lang="en-IN" sz="4800" dirty="0"/>
              <a:t>CAA-NRC</a:t>
            </a:r>
          </a:p>
          <a:p>
            <a:pPr lvl="1"/>
            <a:r>
              <a:rPr lang="en-IN" sz="4800" b="1" dirty="0"/>
              <a:t>Caste and Reservation </a:t>
            </a:r>
          </a:p>
          <a:p>
            <a:pPr lvl="1"/>
            <a:r>
              <a:rPr lang="en-IN" sz="4800" dirty="0"/>
              <a:t>Cockroaches</a:t>
            </a:r>
          </a:p>
          <a:p>
            <a:pPr lvl="1"/>
            <a:r>
              <a:rPr lang="en-IN" sz="4800" dirty="0"/>
              <a:t>Corporates</a:t>
            </a:r>
          </a:p>
          <a:p>
            <a:pPr lvl="1"/>
            <a:r>
              <a:rPr lang="en-IN" sz="4800" dirty="0"/>
              <a:t>Corruption</a:t>
            </a:r>
          </a:p>
          <a:p>
            <a:pPr lvl="1"/>
            <a:r>
              <a:rPr lang="en-IN" sz="4800" dirty="0"/>
              <a:t>Democracy</a:t>
            </a:r>
          </a:p>
          <a:p>
            <a:pPr lvl="1"/>
            <a:r>
              <a:rPr lang="en-IN" sz="4800" dirty="0"/>
              <a:t>Displacement and Migration</a:t>
            </a:r>
          </a:p>
          <a:p>
            <a:pPr lvl="1"/>
            <a:r>
              <a:rPr lang="en-IN" sz="4800" dirty="0"/>
              <a:t>Ecology/Environment/Land</a:t>
            </a:r>
          </a:p>
          <a:p>
            <a:pPr lvl="1"/>
            <a:r>
              <a:rPr lang="en-IN" sz="4800" dirty="0"/>
              <a:t>Farmers </a:t>
            </a:r>
          </a:p>
          <a:p>
            <a:pPr lvl="1"/>
            <a:r>
              <a:rPr lang="en-IN" sz="4800" dirty="0"/>
              <a:t>Fascism</a:t>
            </a:r>
          </a:p>
          <a:p>
            <a:pPr lvl="1"/>
            <a:r>
              <a:rPr lang="en-IN" sz="4800" dirty="0"/>
              <a:t>Feminism and Patriarchy</a:t>
            </a:r>
          </a:p>
          <a:p>
            <a:pPr lvl="1"/>
            <a:r>
              <a:rPr lang="en-IN" sz="4800" dirty="0"/>
              <a:t>Freedom of Speech</a:t>
            </a:r>
          </a:p>
          <a:p>
            <a:pPr lvl="1"/>
            <a:r>
              <a:rPr lang="en-IN" sz="4800" dirty="0"/>
              <a:t>LGBTQI+</a:t>
            </a:r>
          </a:p>
          <a:p>
            <a:pPr lvl="1"/>
            <a:r>
              <a:rPr lang="en-IN" sz="4800" dirty="0"/>
              <a:t>Muslim Identity</a:t>
            </a:r>
          </a:p>
          <a:p>
            <a:pPr lvl="1"/>
            <a:r>
              <a:rPr lang="en-IN" sz="4800" dirty="0"/>
              <a:t>Nationalism</a:t>
            </a:r>
          </a:p>
          <a:p>
            <a:pPr lvl="1"/>
            <a:r>
              <a:rPr lang="en-IN" sz="4800" dirty="0"/>
              <a:t>Palestine</a:t>
            </a:r>
          </a:p>
          <a:p>
            <a:pPr lvl="1"/>
            <a:r>
              <a:rPr lang="en-IN" sz="4800" dirty="0"/>
              <a:t>Political Prisoners</a:t>
            </a:r>
          </a:p>
          <a:p>
            <a:pPr lvl="1"/>
            <a:r>
              <a:rPr lang="en-IN" sz="4800" dirty="0"/>
              <a:t>Revolutionaries</a:t>
            </a:r>
            <a:endParaRPr lang="en-IN" sz="4800" dirty="0">
              <a:highlight>
                <a:srgbClr val="FFFF00"/>
              </a:highlight>
            </a:endParaRPr>
          </a:p>
          <a:p>
            <a:pPr lvl="1"/>
            <a:r>
              <a:rPr lang="en-IN" sz="4800" dirty="0">
                <a:highlight>
                  <a:srgbClr val="FFFF00"/>
                </a:highlight>
              </a:rPr>
              <a:t>SIR/Election Commission</a:t>
            </a:r>
          </a:p>
          <a:p>
            <a:pPr lvl="1"/>
            <a:r>
              <a:rPr lang="en-IN" sz="4800" dirty="0"/>
              <a:t>Student Politics</a:t>
            </a:r>
          </a:p>
          <a:p>
            <a:pPr lvl="1"/>
            <a:r>
              <a:rPr lang="en-IN" sz="4800" dirty="0"/>
              <a:t>Unemployment</a:t>
            </a:r>
          </a:p>
          <a:p>
            <a:pPr lvl="1"/>
            <a:r>
              <a:rPr lang="en-IN" sz="4800" dirty="0"/>
              <a:t>Uniform Civil Code</a:t>
            </a:r>
          </a:p>
          <a:p>
            <a:pPr lvl="1"/>
            <a:r>
              <a:rPr lang="en-IN" sz="4800" dirty="0"/>
              <a:t>Workers</a:t>
            </a:r>
          </a:p>
          <a:p>
            <a:pPr lvl="1"/>
            <a:r>
              <a:rPr lang="en-IN" sz="4800" i="1" dirty="0"/>
              <a:t>Miscellaneous</a:t>
            </a:r>
            <a:endParaRPr lang="en-IN" sz="4800" dirty="0"/>
          </a:p>
          <a:p>
            <a:endParaRPr lang="en-IN" dirty="0"/>
          </a:p>
          <a:p>
            <a:endParaRPr lang="en-IN" dirty="0"/>
          </a:p>
        </p:txBody>
      </p:sp>
      <p:cxnSp>
        <p:nvCxnSpPr>
          <p:cNvPr id="8" name="Straight Arrow Connector 7">
            <a:extLst>
              <a:ext uri="{FF2B5EF4-FFF2-40B4-BE49-F238E27FC236}">
                <a16:creationId xmlns:a16="http://schemas.microsoft.com/office/drawing/2014/main" id="{7D7E2285-36C3-84A0-139E-DB56609B3F4B}"/>
              </a:ext>
            </a:extLst>
          </p:cNvPr>
          <p:cNvCxnSpPr/>
          <p:nvPr/>
        </p:nvCxnSpPr>
        <p:spPr>
          <a:xfrm>
            <a:off x="7676177" y="1865889"/>
            <a:ext cx="3352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Graphic 10" descr="Cursor with solid fill">
            <a:extLst>
              <a:ext uri="{FF2B5EF4-FFF2-40B4-BE49-F238E27FC236}">
                <a16:creationId xmlns:a16="http://schemas.microsoft.com/office/drawing/2014/main" id="{0236DB77-EBBA-1CFA-4B52-6988AB2AE6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84004" y="1842739"/>
            <a:ext cx="392307" cy="392307"/>
          </a:xfrm>
          <a:prstGeom prst="rect">
            <a:avLst/>
          </a:prstGeom>
        </p:spPr>
      </p:pic>
      <p:pic>
        <p:nvPicPr>
          <p:cNvPr id="5" name="Graphic 4" descr="Fire with solid fill">
            <a:extLst>
              <a:ext uri="{FF2B5EF4-FFF2-40B4-BE49-F238E27FC236}">
                <a16:creationId xmlns:a16="http://schemas.microsoft.com/office/drawing/2014/main" id="{CF788C16-9E08-3597-46EB-62AD861FC1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64180" y="5102942"/>
            <a:ext cx="208220" cy="208220"/>
          </a:xfrm>
          <a:prstGeom prst="rect">
            <a:avLst/>
          </a:prstGeom>
        </p:spPr>
      </p:pic>
      <p:pic>
        <p:nvPicPr>
          <p:cNvPr id="6" name="Picture 5" descr="Lark - Free vector silhouettes on creazilla.com">
            <a:extLst>
              <a:ext uri="{FF2B5EF4-FFF2-40B4-BE49-F238E27FC236}">
                <a16:creationId xmlns:a16="http://schemas.microsoft.com/office/drawing/2014/main" id="{809CA022-B9FA-DBD0-CE23-48408026F430}"/>
              </a:ext>
            </a:extLst>
          </p:cNvPr>
          <p:cNvPicPr>
            <a:picLocks noChangeAspect="1"/>
          </p:cNvPicPr>
          <p:nvPr/>
        </p:nvPicPr>
        <p:blipFill>
          <a:blip r:embed="rId5">
            <a:extLst>
              <a:ext uri="{BEBA8EAE-BF5A-486C-A8C5-ECC9F3942E4B}">
                <a14:imgProps xmlns:a14="http://schemas.microsoft.com/office/drawing/2010/main">
                  <a14:imgLayer r:embed="rId6">
                    <a14:imgEffect>
                      <a14:saturation sat="66000"/>
                    </a14:imgEffect>
                  </a14:imgLayer>
                </a14:imgProps>
              </a:ext>
            </a:extLst>
          </a:blip>
          <a:stretch>
            <a:fillRect/>
          </a:stretch>
        </p:blipFill>
        <p:spPr>
          <a:xfrm>
            <a:off x="157014" y="759001"/>
            <a:ext cx="939973" cy="1089463"/>
          </a:xfrm>
          <a:prstGeom prst="rect">
            <a:avLst/>
          </a:prstGeom>
        </p:spPr>
      </p:pic>
    </p:spTree>
    <p:extLst>
      <p:ext uri="{BB962C8B-B14F-4D97-AF65-F5344CB8AC3E}">
        <p14:creationId xmlns:p14="http://schemas.microsoft.com/office/powerpoint/2010/main" val="2215710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CB50A-C117-BCA9-6C7E-A6303FFE17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CA1F38-C4C9-0187-C246-765477DA4F5F}"/>
              </a:ext>
            </a:extLst>
          </p:cNvPr>
          <p:cNvSpPr>
            <a:spLocks noGrp="1"/>
          </p:cNvSpPr>
          <p:nvPr>
            <p:ph type="title"/>
          </p:nvPr>
        </p:nvSpPr>
        <p:spPr/>
        <p:txBody>
          <a:bodyPr/>
          <a:lstStyle/>
          <a:p>
            <a:r>
              <a:rPr lang="en-IN" dirty="0"/>
              <a:t> 3</a:t>
            </a:r>
          </a:p>
        </p:txBody>
      </p:sp>
      <p:sp>
        <p:nvSpPr>
          <p:cNvPr id="3" name="Content Placeholder 2">
            <a:extLst>
              <a:ext uri="{FF2B5EF4-FFF2-40B4-BE49-F238E27FC236}">
                <a16:creationId xmlns:a16="http://schemas.microsoft.com/office/drawing/2014/main" id="{8580FB77-86F2-400B-6F1D-193587ADC7DE}"/>
              </a:ext>
            </a:extLst>
          </p:cNvPr>
          <p:cNvSpPr>
            <a:spLocks noGrp="1"/>
          </p:cNvSpPr>
          <p:nvPr>
            <p:ph sz="half" idx="1"/>
          </p:nvPr>
        </p:nvSpPr>
        <p:spPr>
          <a:xfrm>
            <a:off x="1024127" y="2337659"/>
            <a:ext cx="4754880" cy="4023360"/>
          </a:xfrm>
        </p:spPr>
        <p:txBody>
          <a:bodyPr>
            <a:normAutofit fontScale="85000" lnSpcReduction="20000"/>
          </a:bodyPr>
          <a:lstStyle/>
          <a:p>
            <a:pPr lvl="0">
              <a:buFont typeface="Arial" panose="020B0604020202020204" pitchFamily="34" charset="0"/>
              <a:buChar char="•"/>
            </a:pPr>
            <a:r>
              <a:rPr lang="en-IN" sz="2000" dirty="0"/>
              <a:t> Badge</a:t>
            </a:r>
          </a:p>
          <a:p>
            <a:pPr lvl="0">
              <a:buFont typeface="Arial" panose="020B0604020202020204" pitchFamily="34" charset="0"/>
              <a:buChar char="•"/>
            </a:pPr>
            <a:r>
              <a:rPr lang="en-IN" sz="2000" dirty="0"/>
              <a:t> Caricature</a:t>
            </a:r>
          </a:p>
          <a:p>
            <a:pPr lvl="0">
              <a:buFont typeface="Arial" panose="020B0604020202020204" pitchFamily="34" charset="0"/>
              <a:buChar char="•"/>
            </a:pPr>
            <a:r>
              <a:rPr lang="en-IN" sz="2000" dirty="0"/>
              <a:t> Cartoon</a:t>
            </a:r>
          </a:p>
          <a:p>
            <a:pPr lvl="0">
              <a:buFont typeface="Arial" panose="020B0604020202020204" pitchFamily="34" charset="0"/>
              <a:buChar char="•"/>
            </a:pPr>
            <a:r>
              <a:rPr lang="en-IN" sz="2000" dirty="0"/>
              <a:t> Flyer</a:t>
            </a:r>
          </a:p>
          <a:p>
            <a:pPr lvl="0">
              <a:buFont typeface="Arial" panose="020B0604020202020204" pitchFamily="34" charset="0"/>
              <a:buChar char="•"/>
            </a:pPr>
            <a:r>
              <a:rPr lang="en-IN" sz="2000" dirty="0"/>
              <a:t> Meme</a:t>
            </a:r>
          </a:p>
          <a:p>
            <a:pPr lvl="0">
              <a:buFont typeface="Arial" panose="020B0604020202020204" pitchFamily="34" charset="0"/>
              <a:buChar char="•"/>
            </a:pPr>
            <a:r>
              <a:rPr lang="en-IN" sz="2000" dirty="0"/>
              <a:t> Portrait</a:t>
            </a:r>
          </a:p>
          <a:p>
            <a:pPr lvl="0">
              <a:buFont typeface="Arial" panose="020B0604020202020204" pitchFamily="34" charset="0"/>
              <a:buChar char="•"/>
            </a:pPr>
            <a:r>
              <a:rPr lang="en-IN" sz="2000" dirty="0"/>
              <a:t> </a:t>
            </a:r>
            <a:r>
              <a:rPr lang="en-IN" sz="2000" dirty="0">
                <a:highlight>
                  <a:srgbClr val="FFFF00"/>
                </a:highlight>
              </a:rPr>
              <a:t>Poster/Placard</a:t>
            </a:r>
          </a:p>
          <a:p>
            <a:pPr lvl="0">
              <a:buFont typeface="Arial" panose="020B0604020202020204" pitchFamily="34" charset="0"/>
              <a:buChar char="•"/>
            </a:pPr>
            <a:r>
              <a:rPr lang="en-IN" sz="2000" dirty="0"/>
              <a:t> Stencil</a:t>
            </a:r>
          </a:p>
          <a:p>
            <a:pPr lvl="0">
              <a:buFont typeface="Arial" panose="020B0604020202020204" pitchFamily="34" charset="0"/>
              <a:buChar char="•"/>
            </a:pPr>
            <a:r>
              <a:rPr lang="en-IN" sz="2000" dirty="0"/>
              <a:t> Sticker</a:t>
            </a:r>
          </a:p>
          <a:p>
            <a:pPr lvl="0">
              <a:buFont typeface="Arial" panose="020B0604020202020204" pitchFamily="34" charset="0"/>
              <a:buChar char="•"/>
            </a:pPr>
            <a:r>
              <a:rPr lang="en-IN" sz="2000" b="1" dirty="0"/>
              <a:t> </a:t>
            </a:r>
            <a:r>
              <a:rPr lang="en-IN" sz="2000" dirty="0"/>
              <a:t>CREATE YOUR OWN CAMPAIGN MATERIAL</a:t>
            </a:r>
          </a:p>
          <a:p>
            <a:pPr lvl="0">
              <a:buFont typeface="Arial" panose="020B0604020202020204" pitchFamily="34" charset="0"/>
              <a:buChar char="•"/>
            </a:pPr>
            <a:r>
              <a:rPr lang="en-IN" sz="2000" dirty="0"/>
              <a:t> UPLOAD YOUR OWN ART AND DESIGN </a:t>
            </a:r>
          </a:p>
          <a:p>
            <a:pPr>
              <a:buFont typeface="Arial" panose="020B0604020202020204" pitchFamily="34" charset="0"/>
              <a:buChar char="•"/>
            </a:pPr>
            <a:endParaRPr lang="en-IN" sz="2000" dirty="0"/>
          </a:p>
        </p:txBody>
      </p:sp>
      <p:cxnSp>
        <p:nvCxnSpPr>
          <p:cNvPr id="28" name="Straight Arrow Connector 27">
            <a:extLst>
              <a:ext uri="{FF2B5EF4-FFF2-40B4-BE49-F238E27FC236}">
                <a16:creationId xmlns:a16="http://schemas.microsoft.com/office/drawing/2014/main" id="{DA8DBF9B-6EEA-FDD7-ACBD-8A480FC5F491}"/>
              </a:ext>
            </a:extLst>
          </p:cNvPr>
          <p:cNvCxnSpPr>
            <a:cxnSpLocks/>
          </p:cNvCxnSpPr>
          <p:nvPr/>
        </p:nvCxnSpPr>
        <p:spPr>
          <a:xfrm flipV="1">
            <a:off x="0" y="2377859"/>
            <a:ext cx="1024127" cy="15943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44557C21-BF30-64AA-4DBD-2FC387ABAF5B}"/>
              </a:ext>
            </a:extLst>
          </p:cNvPr>
          <p:cNvCxnSpPr>
            <a:cxnSpLocks/>
          </p:cNvCxnSpPr>
          <p:nvPr/>
        </p:nvCxnSpPr>
        <p:spPr>
          <a:xfrm flipV="1">
            <a:off x="0" y="2782529"/>
            <a:ext cx="1038399" cy="1224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2863143-C593-4AAE-153F-F4ADC15A2ABD}"/>
              </a:ext>
            </a:extLst>
          </p:cNvPr>
          <p:cNvCxnSpPr>
            <a:cxnSpLocks/>
          </p:cNvCxnSpPr>
          <p:nvPr/>
        </p:nvCxnSpPr>
        <p:spPr>
          <a:xfrm flipV="1">
            <a:off x="0" y="3146323"/>
            <a:ext cx="1024127" cy="8259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9A8127E-E6D1-869A-35C3-871CC601A4F7}"/>
              </a:ext>
            </a:extLst>
          </p:cNvPr>
          <p:cNvCxnSpPr>
            <a:cxnSpLocks/>
          </p:cNvCxnSpPr>
          <p:nvPr/>
        </p:nvCxnSpPr>
        <p:spPr>
          <a:xfrm flipV="1">
            <a:off x="0" y="3559277"/>
            <a:ext cx="1024127" cy="447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49986BD-7E24-B5A4-65F6-2C205A7A2906}"/>
              </a:ext>
            </a:extLst>
          </p:cNvPr>
          <p:cNvCxnSpPr>
            <a:cxnSpLocks/>
          </p:cNvCxnSpPr>
          <p:nvPr/>
        </p:nvCxnSpPr>
        <p:spPr>
          <a:xfrm flipV="1">
            <a:off x="0" y="3871209"/>
            <a:ext cx="1024127" cy="135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705A350A-6287-26DF-E7B4-9BEEB275B877}"/>
              </a:ext>
            </a:extLst>
          </p:cNvPr>
          <p:cNvCxnSpPr>
            <a:cxnSpLocks/>
          </p:cNvCxnSpPr>
          <p:nvPr/>
        </p:nvCxnSpPr>
        <p:spPr>
          <a:xfrm>
            <a:off x="-5703" y="4003203"/>
            <a:ext cx="1049803" cy="291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B48310D8-59CB-E4EC-3CE0-228C8D66FBA5}"/>
              </a:ext>
            </a:extLst>
          </p:cNvPr>
          <p:cNvCxnSpPr>
            <a:cxnSpLocks/>
          </p:cNvCxnSpPr>
          <p:nvPr/>
        </p:nvCxnSpPr>
        <p:spPr>
          <a:xfrm>
            <a:off x="11404" y="3972232"/>
            <a:ext cx="1038399" cy="6784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6802577E-C187-2E92-EDE0-BBADC089BCC6}"/>
              </a:ext>
            </a:extLst>
          </p:cNvPr>
          <p:cNvCxnSpPr>
            <a:cxnSpLocks/>
          </p:cNvCxnSpPr>
          <p:nvPr/>
        </p:nvCxnSpPr>
        <p:spPr>
          <a:xfrm>
            <a:off x="-25676" y="3892100"/>
            <a:ext cx="1049803" cy="1455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251FB53-D873-F2C9-D716-43DE4198A2D6}"/>
              </a:ext>
            </a:extLst>
          </p:cNvPr>
          <p:cNvCxnSpPr>
            <a:cxnSpLocks/>
          </p:cNvCxnSpPr>
          <p:nvPr/>
        </p:nvCxnSpPr>
        <p:spPr>
          <a:xfrm>
            <a:off x="-8260" y="3938927"/>
            <a:ext cx="1024127" cy="10471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723512BB-C312-2131-A821-5CFF44B999C6}"/>
              </a:ext>
            </a:extLst>
          </p:cNvPr>
          <p:cNvCxnSpPr>
            <a:cxnSpLocks/>
          </p:cNvCxnSpPr>
          <p:nvPr/>
        </p:nvCxnSpPr>
        <p:spPr>
          <a:xfrm>
            <a:off x="28201" y="3938927"/>
            <a:ext cx="1024127" cy="18337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A749A2E7-F8C1-C408-1919-2C598F53A450}"/>
              </a:ext>
            </a:extLst>
          </p:cNvPr>
          <p:cNvCxnSpPr>
            <a:cxnSpLocks/>
          </p:cNvCxnSpPr>
          <p:nvPr/>
        </p:nvCxnSpPr>
        <p:spPr>
          <a:xfrm>
            <a:off x="28201" y="3972232"/>
            <a:ext cx="1035563" cy="2120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 name="Graphic 4" descr="Fire with solid fill">
            <a:extLst>
              <a:ext uri="{FF2B5EF4-FFF2-40B4-BE49-F238E27FC236}">
                <a16:creationId xmlns:a16="http://schemas.microsoft.com/office/drawing/2014/main" id="{6506CCC0-BA13-4545-086E-55B9B0618A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41573" y="4311445"/>
            <a:ext cx="208220" cy="208220"/>
          </a:xfrm>
          <a:prstGeom prst="rect">
            <a:avLst/>
          </a:prstGeom>
        </p:spPr>
      </p:pic>
      <p:pic>
        <p:nvPicPr>
          <p:cNvPr id="6" name="Picture 5" descr="Lark - Free vector silhouettes on creazilla.com">
            <a:extLst>
              <a:ext uri="{FF2B5EF4-FFF2-40B4-BE49-F238E27FC236}">
                <a16:creationId xmlns:a16="http://schemas.microsoft.com/office/drawing/2014/main" id="{0F2E5D26-FC79-534D-EF2D-EF8358C1755D}"/>
              </a:ext>
            </a:extLst>
          </p:cNvPr>
          <p:cNvPicPr>
            <a:picLocks noChangeAspect="1"/>
          </p:cNvPicPr>
          <p:nvPr/>
        </p:nvPicPr>
        <p:blipFill>
          <a:blip r:embed="rId4">
            <a:extLst>
              <a:ext uri="{BEBA8EAE-BF5A-486C-A8C5-ECC9F3942E4B}">
                <a14:imgProps xmlns:a14="http://schemas.microsoft.com/office/drawing/2010/main">
                  <a14:imgLayer r:embed="rId5">
                    <a14:imgEffect>
                      <a14:saturation sat="66000"/>
                    </a14:imgEffect>
                  </a14:imgLayer>
                </a14:imgProps>
              </a:ext>
            </a:extLst>
          </a:blip>
          <a:stretch>
            <a:fillRect/>
          </a:stretch>
        </p:blipFill>
        <p:spPr>
          <a:xfrm>
            <a:off x="157014" y="759001"/>
            <a:ext cx="939973" cy="1089463"/>
          </a:xfrm>
          <a:prstGeom prst="rect">
            <a:avLst/>
          </a:prstGeom>
        </p:spPr>
      </p:pic>
    </p:spTree>
    <p:extLst>
      <p:ext uri="{BB962C8B-B14F-4D97-AF65-F5344CB8AC3E}">
        <p14:creationId xmlns:p14="http://schemas.microsoft.com/office/powerpoint/2010/main" val="1563144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DB14A-90AB-9DDC-A4A8-5A8B34E31B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1B52FA-2EBB-C873-A54D-A84BDF09D9F9}"/>
              </a:ext>
            </a:extLst>
          </p:cNvPr>
          <p:cNvSpPr>
            <a:spLocks noGrp="1"/>
          </p:cNvSpPr>
          <p:nvPr>
            <p:ph type="title"/>
          </p:nvPr>
        </p:nvSpPr>
        <p:spPr/>
        <p:txBody>
          <a:bodyPr/>
          <a:lstStyle/>
          <a:p>
            <a:r>
              <a:rPr lang="en-IN" dirty="0"/>
              <a:t> 3</a:t>
            </a:r>
          </a:p>
        </p:txBody>
      </p:sp>
      <p:sp>
        <p:nvSpPr>
          <p:cNvPr id="3" name="Content Placeholder 2">
            <a:extLst>
              <a:ext uri="{FF2B5EF4-FFF2-40B4-BE49-F238E27FC236}">
                <a16:creationId xmlns:a16="http://schemas.microsoft.com/office/drawing/2014/main" id="{3623FE49-22A0-E94A-37E7-77802B32C059}"/>
              </a:ext>
            </a:extLst>
          </p:cNvPr>
          <p:cNvSpPr>
            <a:spLocks noGrp="1"/>
          </p:cNvSpPr>
          <p:nvPr>
            <p:ph sz="half" idx="1"/>
          </p:nvPr>
        </p:nvSpPr>
        <p:spPr>
          <a:xfrm>
            <a:off x="1024127" y="2337659"/>
            <a:ext cx="4754880" cy="4023360"/>
          </a:xfrm>
        </p:spPr>
        <p:txBody>
          <a:bodyPr>
            <a:normAutofit fontScale="85000" lnSpcReduction="20000"/>
          </a:bodyPr>
          <a:lstStyle/>
          <a:p>
            <a:pPr lvl="0">
              <a:buFont typeface="Arial" panose="020B0604020202020204" pitchFamily="34" charset="0"/>
              <a:buChar char="•"/>
            </a:pPr>
            <a:r>
              <a:rPr lang="en-IN" sz="2000" dirty="0"/>
              <a:t> Badge</a:t>
            </a:r>
          </a:p>
          <a:p>
            <a:pPr lvl="0">
              <a:buFont typeface="Arial" panose="020B0604020202020204" pitchFamily="34" charset="0"/>
              <a:buChar char="•"/>
            </a:pPr>
            <a:r>
              <a:rPr lang="en-IN" sz="2000" dirty="0"/>
              <a:t> Caricature</a:t>
            </a:r>
          </a:p>
          <a:p>
            <a:pPr lvl="0">
              <a:buFont typeface="Arial" panose="020B0604020202020204" pitchFamily="34" charset="0"/>
              <a:buChar char="•"/>
            </a:pPr>
            <a:r>
              <a:rPr lang="en-IN" sz="2000" dirty="0"/>
              <a:t> Cartoon</a:t>
            </a:r>
          </a:p>
          <a:p>
            <a:pPr lvl="0">
              <a:buFont typeface="Arial" panose="020B0604020202020204" pitchFamily="34" charset="0"/>
              <a:buChar char="•"/>
            </a:pPr>
            <a:r>
              <a:rPr lang="en-IN" sz="2000" dirty="0"/>
              <a:t> Flyer</a:t>
            </a:r>
          </a:p>
          <a:p>
            <a:pPr lvl="0">
              <a:buFont typeface="Arial" panose="020B0604020202020204" pitchFamily="34" charset="0"/>
              <a:buChar char="•"/>
            </a:pPr>
            <a:r>
              <a:rPr lang="en-IN" sz="2000" dirty="0"/>
              <a:t> Meme</a:t>
            </a:r>
          </a:p>
          <a:p>
            <a:pPr lvl="0">
              <a:buFont typeface="Arial" panose="020B0604020202020204" pitchFamily="34" charset="0"/>
              <a:buChar char="•"/>
            </a:pPr>
            <a:r>
              <a:rPr lang="en-IN" sz="2000" dirty="0"/>
              <a:t> Portrait</a:t>
            </a:r>
          </a:p>
          <a:p>
            <a:pPr lvl="0">
              <a:buFont typeface="Arial" panose="020B0604020202020204" pitchFamily="34" charset="0"/>
              <a:buChar char="•"/>
            </a:pPr>
            <a:r>
              <a:rPr lang="en-IN" sz="2000" b="1" dirty="0"/>
              <a:t> </a:t>
            </a:r>
            <a:r>
              <a:rPr lang="en-IN" sz="2000" b="1" dirty="0">
                <a:highlight>
                  <a:srgbClr val="FFFF00"/>
                </a:highlight>
              </a:rPr>
              <a:t>Poster/Placard</a:t>
            </a:r>
          </a:p>
          <a:p>
            <a:pPr lvl="0">
              <a:buFont typeface="Arial" panose="020B0604020202020204" pitchFamily="34" charset="0"/>
              <a:buChar char="•"/>
            </a:pPr>
            <a:r>
              <a:rPr lang="en-IN" sz="2000" dirty="0"/>
              <a:t> Stencil</a:t>
            </a:r>
          </a:p>
          <a:p>
            <a:pPr lvl="0">
              <a:buFont typeface="Arial" panose="020B0604020202020204" pitchFamily="34" charset="0"/>
              <a:buChar char="•"/>
            </a:pPr>
            <a:r>
              <a:rPr lang="en-IN" sz="2000" dirty="0"/>
              <a:t> Sticker</a:t>
            </a:r>
          </a:p>
          <a:p>
            <a:pPr lvl="0">
              <a:buFont typeface="Arial" panose="020B0604020202020204" pitchFamily="34" charset="0"/>
              <a:buChar char="•"/>
            </a:pPr>
            <a:r>
              <a:rPr lang="en-IN" sz="2000" b="1" dirty="0"/>
              <a:t> </a:t>
            </a:r>
            <a:r>
              <a:rPr lang="en-IN" sz="2000" dirty="0"/>
              <a:t>CREATE YOUR OWN CAMPAIGN MATERIAL</a:t>
            </a:r>
          </a:p>
          <a:p>
            <a:pPr lvl="0">
              <a:buFont typeface="Arial" panose="020B0604020202020204" pitchFamily="34" charset="0"/>
              <a:buChar char="•"/>
            </a:pPr>
            <a:r>
              <a:rPr lang="en-IN" sz="2000" dirty="0"/>
              <a:t> UPLOAD YOUR OWN ART AND DESIGN </a:t>
            </a:r>
          </a:p>
          <a:p>
            <a:pPr>
              <a:buFont typeface="Arial" panose="020B0604020202020204" pitchFamily="34" charset="0"/>
              <a:buChar char="•"/>
            </a:pPr>
            <a:endParaRPr lang="en-IN" sz="2000" dirty="0"/>
          </a:p>
        </p:txBody>
      </p:sp>
      <p:pic>
        <p:nvPicPr>
          <p:cNvPr id="15" name="Picture 14">
            <a:extLst>
              <a:ext uri="{FF2B5EF4-FFF2-40B4-BE49-F238E27FC236}">
                <a16:creationId xmlns:a16="http://schemas.microsoft.com/office/drawing/2014/main" id="{2C5FD75D-CADF-4069-8381-5C744C7AEBBC}"/>
              </a:ext>
            </a:extLst>
          </p:cNvPr>
          <p:cNvPicPr>
            <a:picLocks noChangeAspect="1"/>
          </p:cNvPicPr>
          <p:nvPr/>
        </p:nvPicPr>
        <p:blipFill>
          <a:blip r:embed="rId3"/>
          <a:stretch>
            <a:fillRect/>
          </a:stretch>
        </p:blipFill>
        <p:spPr>
          <a:xfrm>
            <a:off x="5383599" y="590263"/>
            <a:ext cx="1125356" cy="1591474"/>
          </a:xfrm>
          <a:prstGeom prst="rect">
            <a:avLst/>
          </a:prstGeom>
        </p:spPr>
      </p:pic>
      <p:pic>
        <p:nvPicPr>
          <p:cNvPr id="27" name="Picture 26">
            <a:extLst>
              <a:ext uri="{FF2B5EF4-FFF2-40B4-BE49-F238E27FC236}">
                <a16:creationId xmlns:a16="http://schemas.microsoft.com/office/drawing/2014/main" id="{8DBABE3D-7759-8CE7-45AC-D018284799A4}"/>
              </a:ext>
            </a:extLst>
          </p:cNvPr>
          <p:cNvPicPr>
            <a:picLocks noChangeAspect="1"/>
          </p:cNvPicPr>
          <p:nvPr/>
        </p:nvPicPr>
        <p:blipFill>
          <a:blip r:embed="rId4"/>
          <a:stretch>
            <a:fillRect/>
          </a:stretch>
        </p:blipFill>
        <p:spPr>
          <a:xfrm>
            <a:off x="5321148" y="2286000"/>
            <a:ext cx="1191450" cy="1686232"/>
          </a:xfrm>
          <a:prstGeom prst="rect">
            <a:avLst/>
          </a:prstGeom>
        </p:spPr>
      </p:pic>
      <p:cxnSp>
        <p:nvCxnSpPr>
          <p:cNvPr id="28" name="Straight Arrow Connector 27">
            <a:extLst>
              <a:ext uri="{FF2B5EF4-FFF2-40B4-BE49-F238E27FC236}">
                <a16:creationId xmlns:a16="http://schemas.microsoft.com/office/drawing/2014/main" id="{3219F728-FE6A-44A4-0438-490BAF25D1FF}"/>
              </a:ext>
            </a:extLst>
          </p:cNvPr>
          <p:cNvCxnSpPr>
            <a:cxnSpLocks/>
          </p:cNvCxnSpPr>
          <p:nvPr/>
        </p:nvCxnSpPr>
        <p:spPr>
          <a:xfrm flipV="1">
            <a:off x="0" y="2377859"/>
            <a:ext cx="1024127" cy="15943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5" name="Graphic 34" descr="Cursor with solid fill">
            <a:extLst>
              <a:ext uri="{FF2B5EF4-FFF2-40B4-BE49-F238E27FC236}">
                <a16:creationId xmlns:a16="http://schemas.microsoft.com/office/drawing/2014/main" id="{9DAB4D94-F3B7-D1E2-3A5D-1EE895A820F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72640" y="1582994"/>
            <a:ext cx="392307" cy="392307"/>
          </a:xfrm>
          <a:prstGeom prst="rect">
            <a:avLst/>
          </a:prstGeom>
        </p:spPr>
      </p:pic>
      <p:sp>
        <p:nvSpPr>
          <p:cNvPr id="38" name="Title 1">
            <a:extLst>
              <a:ext uri="{FF2B5EF4-FFF2-40B4-BE49-F238E27FC236}">
                <a16:creationId xmlns:a16="http://schemas.microsoft.com/office/drawing/2014/main" id="{C67874D3-32B6-20B8-8DE8-0AE300F309CE}"/>
              </a:ext>
            </a:extLst>
          </p:cNvPr>
          <p:cNvSpPr txBox="1">
            <a:spLocks/>
          </p:cNvSpPr>
          <p:nvPr/>
        </p:nvSpPr>
        <p:spPr>
          <a:xfrm>
            <a:off x="4628632" y="746185"/>
            <a:ext cx="893306" cy="1279630"/>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r>
              <a:rPr lang="en-IN" dirty="0"/>
              <a:t>3.1</a:t>
            </a:r>
          </a:p>
        </p:txBody>
      </p:sp>
      <p:cxnSp>
        <p:nvCxnSpPr>
          <p:cNvPr id="44" name="Straight Arrow Connector 43">
            <a:extLst>
              <a:ext uri="{FF2B5EF4-FFF2-40B4-BE49-F238E27FC236}">
                <a16:creationId xmlns:a16="http://schemas.microsoft.com/office/drawing/2014/main" id="{22DF084B-B930-14B2-CB10-B2228D8BF2BD}"/>
              </a:ext>
            </a:extLst>
          </p:cNvPr>
          <p:cNvCxnSpPr>
            <a:cxnSpLocks/>
          </p:cNvCxnSpPr>
          <p:nvPr/>
        </p:nvCxnSpPr>
        <p:spPr>
          <a:xfrm flipV="1">
            <a:off x="0" y="2782529"/>
            <a:ext cx="1038399" cy="1224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29C71DE7-17F3-2F7C-DD35-5891752C1BD4}"/>
              </a:ext>
            </a:extLst>
          </p:cNvPr>
          <p:cNvCxnSpPr>
            <a:cxnSpLocks/>
          </p:cNvCxnSpPr>
          <p:nvPr/>
        </p:nvCxnSpPr>
        <p:spPr>
          <a:xfrm flipV="1">
            <a:off x="0" y="3146323"/>
            <a:ext cx="1024127" cy="8259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4B6EF478-ED18-A4FB-8780-A329FE4FE5D1}"/>
              </a:ext>
            </a:extLst>
          </p:cNvPr>
          <p:cNvCxnSpPr>
            <a:cxnSpLocks/>
          </p:cNvCxnSpPr>
          <p:nvPr/>
        </p:nvCxnSpPr>
        <p:spPr>
          <a:xfrm flipV="1">
            <a:off x="0" y="3559277"/>
            <a:ext cx="1024127" cy="447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C2174239-447F-42B3-2BD7-C84825049CC3}"/>
              </a:ext>
            </a:extLst>
          </p:cNvPr>
          <p:cNvCxnSpPr>
            <a:cxnSpLocks/>
          </p:cNvCxnSpPr>
          <p:nvPr/>
        </p:nvCxnSpPr>
        <p:spPr>
          <a:xfrm flipV="1">
            <a:off x="0" y="3871209"/>
            <a:ext cx="1024127" cy="135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5036B6AE-A4A3-9569-AE41-347BBD037E73}"/>
              </a:ext>
            </a:extLst>
          </p:cNvPr>
          <p:cNvCxnSpPr>
            <a:cxnSpLocks/>
          </p:cNvCxnSpPr>
          <p:nvPr/>
        </p:nvCxnSpPr>
        <p:spPr>
          <a:xfrm>
            <a:off x="-5703" y="4003203"/>
            <a:ext cx="1049803" cy="291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2EB3872-1E97-BD35-3856-0257448E04D7}"/>
              </a:ext>
            </a:extLst>
          </p:cNvPr>
          <p:cNvCxnSpPr>
            <a:cxnSpLocks/>
          </p:cNvCxnSpPr>
          <p:nvPr/>
        </p:nvCxnSpPr>
        <p:spPr>
          <a:xfrm>
            <a:off x="11404" y="3972232"/>
            <a:ext cx="1038399" cy="6784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D6F65446-13E6-296B-EA9F-A072491EB4C2}"/>
              </a:ext>
            </a:extLst>
          </p:cNvPr>
          <p:cNvCxnSpPr>
            <a:cxnSpLocks/>
          </p:cNvCxnSpPr>
          <p:nvPr/>
        </p:nvCxnSpPr>
        <p:spPr>
          <a:xfrm>
            <a:off x="-25676" y="3892100"/>
            <a:ext cx="1049803" cy="1455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6E35B2CE-D956-E026-86E6-BAA77FCB189E}"/>
              </a:ext>
            </a:extLst>
          </p:cNvPr>
          <p:cNvCxnSpPr>
            <a:cxnSpLocks/>
          </p:cNvCxnSpPr>
          <p:nvPr/>
        </p:nvCxnSpPr>
        <p:spPr>
          <a:xfrm>
            <a:off x="-8260" y="3938927"/>
            <a:ext cx="1024127" cy="10471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E6E71774-A2CC-5FC4-5FB7-834E65C78FB0}"/>
              </a:ext>
            </a:extLst>
          </p:cNvPr>
          <p:cNvCxnSpPr>
            <a:cxnSpLocks/>
          </p:cNvCxnSpPr>
          <p:nvPr/>
        </p:nvCxnSpPr>
        <p:spPr>
          <a:xfrm>
            <a:off x="28201" y="3938927"/>
            <a:ext cx="1024127" cy="18337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B5CB3F19-0129-C950-923C-8DEB9B2608F4}"/>
              </a:ext>
            </a:extLst>
          </p:cNvPr>
          <p:cNvCxnSpPr>
            <a:cxnSpLocks/>
          </p:cNvCxnSpPr>
          <p:nvPr/>
        </p:nvCxnSpPr>
        <p:spPr>
          <a:xfrm>
            <a:off x="28201" y="3972232"/>
            <a:ext cx="1035563" cy="2120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8" name="Picture 77">
            <a:extLst>
              <a:ext uri="{FF2B5EF4-FFF2-40B4-BE49-F238E27FC236}">
                <a16:creationId xmlns:a16="http://schemas.microsoft.com/office/drawing/2014/main" id="{3CEE8E67-CC18-28EB-5B8A-A0262B657C8C}"/>
              </a:ext>
            </a:extLst>
          </p:cNvPr>
          <p:cNvPicPr>
            <a:picLocks noChangeAspect="1"/>
          </p:cNvPicPr>
          <p:nvPr/>
        </p:nvPicPr>
        <p:blipFill>
          <a:blip r:embed="rId6"/>
          <a:stretch>
            <a:fillRect/>
          </a:stretch>
        </p:blipFill>
        <p:spPr>
          <a:xfrm>
            <a:off x="6595501" y="2286001"/>
            <a:ext cx="1347488" cy="1686232"/>
          </a:xfrm>
          <a:prstGeom prst="rect">
            <a:avLst/>
          </a:prstGeom>
        </p:spPr>
      </p:pic>
      <p:cxnSp>
        <p:nvCxnSpPr>
          <p:cNvPr id="5" name="Straight Arrow Connector 4">
            <a:extLst>
              <a:ext uri="{FF2B5EF4-FFF2-40B4-BE49-F238E27FC236}">
                <a16:creationId xmlns:a16="http://schemas.microsoft.com/office/drawing/2014/main" id="{D30AC230-27F2-6357-36DE-C9D881993A9B}"/>
              </a:ext>
            </a:extLst>
          </p:cNvPr>
          <p:cNvCxnSpPr>
            <a:cxnSpLocks/>
          </p:cNvCxnSpPr>
          <p:nvPr/>
        </p:nvCxnSpPr>
        <p:spPr>
          <a:xfrm flipV="1">
            <a:off x="2650603" y="1582994"/>
            <a:ext cx="2707978" cy="29624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 name="Graphic 6" descr="Cursor with solid fill">
            <a:extLst>
              <a:ext uri="{FF2B5EF4-FFF2-40B4-BE49-F238E27FC236}">
                <a16:creationId xmlns:a16="http://schemas.microsoft.com/office/drawing/2014/main" id="{44018189-3D21-79CC-EE42-431D24FCBDC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749064" y="4349339"/>
            <a:ext cx="392307" cy="392307"/>
          </a:xfrm>
          <a:prstGeom prst="rect">
            <a:avLst/>
          </a:prstGeom>
        </p:spPr>
      </p:pic>
      <p:sp>
        <p:nvSpPr>
          <p:cNvPr id="9" name="TextBox 8">
            <a:extLst>
              <a:ext uri="{FF2B5EF4-FFF2-40B4-BE49-F238E27FC236}">
                <a16:creationId xmlns:a16="http://schemas.microsoft.com/office/drawing/2014/main" id="{57118848-3E2B-FA5C-51D6-4EF3C7564769}"/>
              </a:ext>
            </a:extLst>
          </p:cNvPr>
          <p:cNvSpPr txBox="1"/>
          <p:nvPr/>
        </p:nvSpPr>
        <p:spPr>
          <a:xfrm>
            <a:off x="5819277" y="4124961"/>
            <a:ext cx="1996712" cy="338554"/>
          </a:xfrm>
          <a:prstGeom prst="rect">
            <a:avLst/>
          </a:prstGeom>
          <a:noFill/>
        </p:spPr>
        <p:txBody>
          <a:bodyPr wrap="square">
            <a:spAutoFit/>
          </a:bodyPr>
          <a:lstStyle/>
          <a:p>
            <a:r>
              <a:rPr lang="en-IN" sz="1600" dirty="0"/>
              <a:t>(</a:t>
            </a:r>
            <a:r>
              <a:rPr lang="en-IN" sz="1600" i="1" dirty="0"/>
              <a:t>Sort by newest</a:t>
            </a:r>
            <a:r>
              <a:rPr lang="en-IN" sz="1600" dirty="0"/>
              <a:t>)</a:t>
            </a:r>
            <a:endParaRPr lang="en-IN" sz="1600" i="1" dirty="0"/>
          </a:p>
        </p:txBody>
      </p:sp>
      <p:pic>
        <p:nvPicPr>
          <p:cNvPr id="6" name="Graphic 5" descr="Fire with solid fill">
            <a:extLst>
              <a:ext uri="{FF2B5EF4-FFF2-40B4-BE49-F238E27FC236}">
                <a16:creationId xmlns:a16="http://schemas.microsoft.com/office/drawing/2014/main" id="{3C61DAB0-46B3-0276-E3D9-18A9DD617FF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441573" y="4311445"/>
            <a:ext cx="208220" cy="208220"/>
          </a:xfrm>
          <a:prstGeom prst="rect">
            <a:avLst/>
          </a:prstGeom>
        </p:spPr>
      </p:pic>
      <p:pic>
        <p:nvPicPr>
          <p:cNvPr id="8" name="Picture 7" descr="Lark - Free vector silhouettes on creazilla.com">
            <a:extLst>
              <a:ext uri="{FF2B5EF4-FFF2-40B4-BE49-F238E27FC236}">
                <a16:creationId xmlns:a16="http://schemas.microsoft.com/office/drawing/2014/main" id="{28AB4F3C-ED21-F87F-5DB7-DE89328B4AC1}"/>
              </a:ext>
            </a:extLst>
          </p:cNvPr>
          <p:cNvPicPr>
            <a:picLocks noChangeAspect="1"/>
          </p:cNvPicPr>
          <p:nvPr/>
        </p:nvPicPr>
        <p:blipFill>
          <a:blip r:embed="rId9">
            <a:extLst>
              <a:ext uri="{BEBA8EAE-BF5A-486C-A8C5-ECC9F3942E4B}">
                <a14:imgProps xmlns:a14="http://schemas.microsoft.com/office/drawing/2010/main">
                  <a14:imgLayer r:embed="rId10">
                    <a14:imgEffect>
                      <a14:saturation sat="66000"/>
                    </a14:imgEffect>
                  </a14:imgLayer>
                </a14:imgProps>
              </a:ext>
            </a:extLst>
          </a:blip>
          <a:stretch>
            <a:fillRect/>
          </a:stretch>
        </p:blipFill>
        <p:spPr>
          <a:xfrm>
            <a:off x="157014" y="759001"/>
            <a:ext cx="939973" cy="1089463"/>
          </a:xfrm>
          <a:prstGeom prst="rect">
            <a:avLst/>
          </a:prstGeom>
        </p:spPr>
      </p:pic>
    </p:spTree>
    <p:extLst>
      <p:ext uri="{BB962C8B-B14F-4D97-AF65-F5344CB8AC3E}">
        <p14:creationId xmlns:p14="http://schemas.microsoft.com/office/powerpoint/2010/main" val="42618034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BB051-7007-E731-71A3-3A5A788BB3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90404E-6AF1-EAD0-0624-D40DD5F25B43}"/>
              </a:ext>
            </a:extLst>
          </p:cNvPr>
          <p:cNvSpPr>
            <a:spLocks noGrp="1"/>
          </p:cNvSpPr>
          <p:nvPr>
            <p:ph type="title"/>
          </p:nvPr>
        </p:nvSpPr>
        <p:spPr/>
        <p:txBody>
          <a:bodyPr/>
          <a:lstStyle/>
          <a:p>
            <a:r>
              <a:rPr lang="en-IN" dirty="0"/>
              <a:t> 3</a:t>
            </a:r>
          </a:p>
        </p:txBody>
      </p:sp>
      <p:sp>
        <p:nvSpPr>
          <p:cNvPr id="3" name="Content Placeholder 2">
            <a:extLst>
              <a:ext uri="{FF2B5EF4-FFF2-40B4-BE49-F238E27FC236}">
                <a16:creationId xmlns:a16="http://schemas.microsoft.com/office/drawing/2014/main" id="{F178B6E2-8290-962F-D966-CFF42110E9EB}"/>
              </a:ext>
            </a:extLst>
          </p:cNvPr>
          <p:cNvSpPr>
            <a:spLocks noGrp="1"/>
          </p:cNvSpPr>
          <p:nvPr>
            <p:ph sz="half" idx="1"/>
          </p:nvPr>
        </p:nvSpPr>
        <p:spPr>
          <a:xfrm>
            <a:off x="1024127" y="2337659"/>
            <a:ext cx="4754880" cy="4023360"/>
          </a:xfrm>
        </p:spPr>
        <p:txBody>
          <a:bodyPr>
            <a:normAutofit fontScale="85000" lnSpcReduction="20000"/>
          </a:bodyPr>
          <a:lstStyle/>
          <a:p>
            <a:pPr lvl="0">
              <a:buFont typeface="Arial" panose="020B0604020202020204" pitchFamily="34" charset="0"/>
              <a:buChar char="•"/>
            </a:pPr>
            <a:r>
              <a:rPr lang="en-IN" sz="2000" dirty="0"/>
              <a:t> Badge</a:t>
            </a:r>
          </a:p>
          <a:p>
            <a:pPr lvl="0">
              <a:buFont typeface="Arial" panose="020B0604020202020204" pitchFamily="34" charset="0"/>
              <a:buChar char="•"/>
            </a:pPr>
            <a:r>
              <a:rPr lang="en-IN" sz="2000" dirty="0"/>
              <a:t> Caricature</a:t>
            </a:r>
          </a:p>
          <a:p>
            <a:pPr lvl="0">
              <a:buFont typeface="Arial" panose="020B0604020202020204" pitchFamily="34" charset="0"/>
              <a:buChar char="•"/>
            </a:pPr>
            <a:r>
              <a:rPr lang="en-IN" sz="2000" dirty="0"/>
              <a:t> Cartoon</a:t>
            </a:r>
          </a:p>
          <a:p>
            <a:pPr lvl="0">
              <a:buFont typeface="Arial" panose="020B0604020202020204" pitchFamily="34" charset="0"/>
              <a:buChar char="•"/>
            </a:pPr>
            <a:r>
              <a:rPr lang="en-IN" sz="2000" dirty="0"/>
              <a:t> Flyer</a:t>
            </a:r>
          </a:p>
          <a:p>
            <a:pPr lvl="0">
              <a:buFont typeface="Arial" panose="020B0604020202020204" pitchFamily="34" charset="0"/>
              <a:buChar char="•"/>
            </a:pPr>
            <a:r>
              <a:rPr lang="en-IN" sz="2000" dirty="0"/>
              <a:t> Meme</a:t>
            </a:r>
          </a:p>
          <a:p>
            <a:pPr lvl="0">
              <a:buFont typeface="Arial" panose="020B0604020202020204" pitchFamily="34" charset="0"/>
              <a:buChar char="•"/>
            </a:pPr>
            <a:r>
              <a:rPr lang="en-IN" sz="2000" dirty="0"/>
              <a:t> Portrait</a:t>
            </a:r>
          </a:p>
          <a:p>
            <a:pPr lvl="0">
              <a:buFont typeface="Arial" panose="020B0604020202020204" pitchFamily="34" charset="0"/>
              <a:buChar char="•"/>
            </a:pPr>
            <a:r>
              <a:rPr lang="en-IN" sz="2000" b="1" dirty="0"/>
              <a:t> </a:t>
            </a:r>
            <a:r>
              <a:rPr lang="en-IN" sz="2000" b="1" dirty="0">
                <a:highlight>
                  <a:srgbClr val="FFFF00"/>
                </a:highlight>
              </a:rPr>
              <a:t>Poster/Placard</a:t>
            </a:r>
          </a:p>
          <a:p>
            <a:pPr lvl="0">
              <a:buFont typeface="Arial" panose="020B0604020202020204" pitchFamily="34" charset="0"/>
              <a:buChar char="•"/>
            </a:pPr>
            <a:r>
              <a:rPr lang="en-IN" sz="2000" dirty="0"/>
              <a:t> Stencil</a:t>
            </a:r>
          </a:p>
          <a:p>
            <a:pPr lvl="0">
              <a:buFont typeface="Arial" panose="020B0604020202020204" pitchFamily="34" charset="0"/>
              <a:buChar char="•"/>
            </a:pPr>
            <a:r>
              <a:rPr lang="en-IN" sz="2000" dirty="0"/>
              <a:t> Sticker</a:t>
            </a:r>
          </a:p>
          <a:p>
            <a:pPr lvl="0">
              <a:buFont typeface="Arial" panose="020B0604020202020204" pitchFamily="34" charset="0"/>
              <a:buChar char="•"/>
            </a:pPr>
            <a:r>
              <a:rPr lang="en-IN" sz="2000" dirty="0"/>
              <a:t> CREATE YOUR OWN CAMPAIGN MATERIAL</a:t>
            </a:r>
          </a:p>
          <a:p>
            <a:pPr lvl="0">
              <a:buFont typeface="Arial" panose="020B0604020202020204" pitchFamily="34" charset="0"/>
              <a:buChar char="•"/>
            </a:pPr>
            <a:r>
              <a:rPr lang="en-IN" sz="2000" dirty="0"/>
              <a:t> UPLOAD YOUR OWN ART AND DESIGN </a:t>
            </a:r>
          </a:p>
          <a:p>
            <a:pPr>
              <a:buFont typeface="Arial" panose="020B0604020202020204" pitchFamily="34" charset="0"/>
              <a:buChar char="•"/>
            </a:pPr>
            <a:endParaRPr lang="en-IN" sz="2000" dirty="0"/>
          </a:p>
        </p:txBody>
      </p:sp>
      <p:pic>
        <p:nvPicPr>
          <p:cNvPr id="15" name="Picture 14">
            <a:extLst>
              <a:ext uri="{FF2B5EF4-FFF2-40B4-BE49-F238E27FC236}">
                <a16:creationId xmlns:a16="http://schemas.microsoft.com/office/drawing/2014/main" id="{870B5BF3-C15C-3466-23C5-850BA21FB7C7}"/>
              </a:ext>
            </a:extLst>
          </p:cNvPr>
          <p:cNvPicPr>
            <a:picLocks noChangeAspect="1"/>
          </p:cNvPicPr>
          <p:nvPr/>
        </p:nvPicPr>
        <p:blipFill>
          <a:blip r:embed="rId3"/>
          <a:stretch>
            <a:fillRect/>
          </a:stretch>
        </p:blipFill>
        <p:spPr>
          <a:xfrm>
            <a:off x="5383599" y="590263"/>
            <a:ext cx="1125356" cy="1591474"/>
          </a:xfrm>
          <a:prstGeom prst="rect">
            <a:avLst/>
          </a:prstGeom>
        </p:spPr>
      </p:pic>
      <p:pic>
        <p:nvPicPr>
          <p:cNvPr id="17" name="Picture 16">
            <a:extLst>
              <a:ext uri="{FF2B5EF4-FFF2-40B4-BE49-F238E27FC236}">
                <a16:creationId xmlns:a16="http://schemas.microsoft.com/office/drawing/2014/main" id="{4E33A392-4FE8-5C90-C36C-9E3FF9F4C481}"/>
              </a:ext>
            </a:extLst>
          </p:cNvPr>
          <p:cNvPicPr>
            <a:picLocks noChangeAspect="1"/>
          </p:cNvPicPr>
          <p:nvPr/>
        </p:nvPicPr>
        <p:blipFill>
          <a:blip r:embed="rId3"/>
          <a:stretch>
            <a:fillRect/>
          </a:stretch>
        </p:blipFill>
        <p:spPr>
          <a:xfrm>
            <a:off x="8218672" y="40312"/>
            <a:ext cx="2802223" cy="3962892"/>
          </a:xfrm>
          <a:prstGeom prst="rect">
            <a:avLst/>
          </a:prstGeom>
        </p:spPr>
      </p:pic>
      <p:cxnSp>
        <p:nvCxnSpPr>
          <p:cNvPr id="19" name="Straight Arrow Connector 18">
            <a:extLst>
              <a:ext uri="{FF2B5EF4-FFF2-40B4-BE49-F238E27FC236}">
                <a16:creationId xmlns:a16="http://schemas.microsoft.com/office/drawing/2014/main" id="{EE097E91-353B-D00A-61C5-5B6663500A4C}"/>
              </a:ext>
            </a:extLst>
          </p:cNvPr>
          <p:cNvCxnSpPr>
            <a:cxnSpLocks/>
          </p:cNvCxnSpPr>
          <p:nvPr/>
        </p:nvCxnSpPr>
        <p:spPr>
          <a:xfrm>
            <a:off x="6665175" y="1484670"/>
            <a:ext cx="13776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8556DDF-4B75-4C8A-1A7D-A5D999E778D6}"/>
              </a:ext>
            </a:extLst>
          </p:cNvPr>
          <p:cNvSpPr txBox="1"/>
          <p:nvPr/>
        </p:nvSpPr>
        <p:spPr>
          <a:xfrm>
            <a:off x="8215029" y="4106518"/>
            <a:ext cx="3741931" cy="2677656"/>
          </a:xfrm>
          <a:prstGeom prst="rect">
            <a:avLst/>
          </a:prstGeom>
          <a:noFill/>
        </p:spPr>
        <p:txBody>
          <a:bodyPr wrap="square">
            <a:spAutoFit/>
          </a:bodyPr>
          <a:lstStyle/>
          <a:p>
            <a:r>
              <a:rPr lang="en-IN" sz="1200" dirty="0"/>
              <a:t>Image code: 1a</a:t>
            </a:r>
          </a:p>
          <a:p>
            <a:r>
              <a:rPr lang="en-IN" sz="1200" dirty="0"/>
              <a:t>Caption code: 2c</a:t>
            </a:r>
          </a:p>
          <a:p>
            <a:endParaRPr lang="en-IN" sz="1200" dirty="0"/>
          </a:p>
          <a:p>
            <a:r>
              <a:rPr lang="en-IN" sz="1200" dirty="0"/>
              <a:t>Format: JPEG</a:t>
            </a:r>
            <a:br>
              <a:rPr lang="en-IN" sz="1200" dirty="0"/>
            </a:br>
            <a:r>
              <a:rPr lang="en-IN" sz="1200" dirty="0"/>
              <a:t>Size: A4/A2, Resolution: 300 DPI</a:t>
            </a:r>
          </a:p>
          <a:p>
            <a:endParaRPr lang="en-IN" sz="1200" dirty="0"/>
          </a:p>
          <a:p>
            <a:r>
              <a:rPr lang="en-IN" sz="1200" dirty="0"/>
              <a:t>Artist: The Wet Ink Workshop</a:t>
            </a:r>
            <a:br>
              <a:rPr lang="en-IN" sz="1200" dirty="0"/>
            </a:br>
            <a:r>
              <a:rPr lang="en-IN" sz="1200" dirty="0"/>
              <a:t>Contact: ….@gmail.com</a:t>
            </a:r>
          </a:p>
          <a:p>
            <a:r>
              <a:rPr lang="en-IN" sz="1200" dirty="0"/>
              <a:t>Contribute: ….@</a:t>
            </a:r>
            <a:r>
              <a:rPr lang="en-IN" sz="1200" dirty="0" err="1"/>
              <a:t>okaxis</a:t>
            </a:r>
            <a:endParaRPr lang="en-IN" sz="1200" dirty="0"/>
          </a:p>
          <a:p>
            <a:r>
              <a:rPr lang="en-IN" sz="1200" i="1" dirty="0"/>
              <a:t>More by the artist</a:t>
            </a:r>
          </a:p>
          <a:p>
            <a:r>
              <a:rPr lang="en-IN" sz="1200" i="1" dirty="0"/>
              <a:t>Tags: Caste and Reservation, BJP-RSS-Hindutva, Democracy, Ambedkar</a:t>
            </a:r>
          </a:p>
          <a:p>
            <a:endParaRPr lang="en-IN" sz="1200" dirty="0"/>
          </a:p>
          <a:p>
            <a:r>
              <a:rPr lang="en-IN" sz="1200" dirty="0">
                <a:solidFill>
                  <a:srgbClr val="00B0F0"/>
                </a:solidFill>
              </a:rPr>
              <a:t>DOWNLOAD FOR FREE</a:t>
            </a:r>
          </a:p>
        </p:txBody>
      </p:sp>
      <p:pic>
        <p:nvPicPr>
          <p:cNvPr id="27" name="Picture 26">
            <a:extLst>
              <a:ext uri="{FF2B5EF4-FFF2-40B4-BE49-F238E27FC236}">
                <a16:creationId xmlns:a16="http://schemas.microsoft.com/office/drawing/2014/main" id="{0D147B20-3CA2-D749-6F5E-94940D3B62DF}"/>
              </a:ext>
            </a:extLst>
          </p:cNvPr>
          <p:cNvPicPr>
            <a:picLocks noChangeAspect="1"/>
          </p:cNvPicPr>
          <p:nvPr/>
        </p:nvPicPr>
        <p:blipFill>
          <a:blip r:embed="rId4"/>
          <a:stretch>
            <a:fillRect/>
          </a:stretch>
        </p:blipFill>
        <p:spPr>
          <a:xfrm>
            <a:off x="5321148" y="2286000"/>
            <a:ext cx="1191450" cy="1686232"/>
          </a:xfrm>
          <a:prstGeom prst="rect">
            <a:avLst/>
          </a:prstGeom>
        </p:spPr>
      </p:pic>
      <p:cxnSp>
        <p:nvCxnSpPr>
          <p:cNvPr id="28" name="Straight Arrow Connector 27">
            <a:extLst>
              <a:ext uri="{FF2B5EF4-FFF2-40B4-BE49-F238E27FC236}">
                <a16:creationId xmlns:a16="http://schemas.microsoft.com/office/drawing/2014/main" id="{6369D6E2-7406-03A8-5291-523D31E57D0A}"/>
              </a:ext>
            </a:extLst>
          </p:cNvPr>
          <p:cNvCxnSpPr>
            <a:cxnSpLocks/>
          </p:cNvCxnSpPr>
          <p:nvPr/>
        </p:nvCxnSpPr>
        <p:spPr>
          <a:xfrm flipV="1">
            <a:off x="0" y="2377859"/>
            <a:ext cx="1024127" cy="15943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5" name="Graphic 34" descr="Cursor with solid fill">
            <a:extLst>
              <a:ext uri="{FF2B5EF4-FFF2-40B4-BE49-F238E27FC236}">
                <a16:creationId xmlns:a16="http://schemas.microsoft.com/office/drawing/2014/main" id="{1FEEAA81-CFF1-9F66-8D16-28AAE678060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72640" y="1582994"/>
            <a:ext cx="392307" cy="392307"/>
          </a:xfrm>
          <a:prstGeom prst="rect">
            <a:avLst/>
          </a:prstGeom>
        </p:spPr>
      </p:pic>
      <p:pic>
        <p:nvPicPr>
          <p:cNvPr id="37" name="Graphic 36" descr="Cursor with solid fill">
            <a:extLst>
              <a:ext uri="{FF2B5EF4-FFF2-40B4-BE49-F238E27FC236}">
                <a16:creationId xmlns:a16="http://schemas.microsoft.com/office/drawing/2014/main" id="{CE325247-ADAD-CF65-F908-D4FCA43C0D9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23898" y="6403355"/>
            <a:ext cx="392307" cy="392307"/>
          </a:xfrm>
          <a:prstGeom prst="rect">
            <a:avLst/>
          </a:prstGeom>
        </p:spPr>
      </p:pic>
      <p:sp>
        <p:nvSpPr>
          <p:cNvPr id="38" name="Title 1">
            <a:extLst>
              <a:ext uri="{FF2B5EF4-FFF2-40B4-BE49-F238E27FC236}">
                <a16:creationId xmlns:a16="http://schemas.microsoft.com/office/drawing/2014/main" id="{3FCA49CA-4584-466A-81A5-C40E4D64A67A}"/>
              </a:ext>
            </a:extLst>
          </p:cNvPr>
          <p:cNvSpPr txBox="1">
            <a:spLocks/>
          </p:cNvSpPr>
          <p:nvPr/>
        </p:nvSpPr>
        <p:spPr>
          <a:xfrm>
            <a:off x="4628632" y="746185"/>
            <a:ext cx="893306" cy="1279630"/>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r>
              <a:rPr lang="en-IN" dirty="0"/>
              <a:t>3.1</a:t>
            </a:r>
          </a:p>
        </p:txBody>
      </p:sp>
      <p:sp>
        <p:nvSpPr>
          <p:cNvPr id="40" name="Title 1">
            <a:extLst>
              <a:ext uri="{FF2B5EF4-FFF2-40B4-BE49-F238E27FC236}">
                <a16:creationId xmlns:a16="http://schemas.microsoft.com/office/drawing/2014/main" id="{07F4CABC-7D1B-4BCD-8051-2F5CFB062C7C}"/>
              </a:ext>
            </a:extLst>
          </p:cNvPr>
          <p:cNvSpPr txBox="1">
            <a:spLocks/>
          </p:cNvSpPr>
          <p:nvPr/>
        </p:nvSpPr>
        <p:spPr>
          <a:xfrm>
            <a:off x="7425345" y="841667"/>
            <a:ext cx="789684" cy="741327"/>
          </a:xfrm>
          <a:prstGeom prst="rect">
            <a:avLst/>
          </a:prstGeom>
        </p:spPr>
        <p:txBody>
          <a:bodyPr vert="horz" lIns="91440" tIns="45720" rIns="91440" bIns="45720" rtlCol="0" anchor="ctr">
            <a:normAutofit fontScale="92500"/>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r>
              <a:rPr lang="en-IN" dirty="0"/>
              <a:t>3.2</a:t>
            </a:r>
          </a:p>
        </p:txBody>
      </p:sp>
      <p:cxnSp>
        <p:nvCxnSpPr>
          <p:cNvPr id="44" name="Straight Arrow Connector 43">
            <a:extLst>
              <a:ext uri="{FF2B5EF4-FFF2-40B4-BE49-F238E27FC236}">
                <a16:creationId xmlns:a16="http://schemas.microsoft.com/office/drawing/2014/main" id="{A78B43E1-FF24-B6BD-438D-D46C1E7817DE}"/>
              </a:ext>
            </a:extLst>
          </p:cNvPr>
          <p:cNvCxnSpPr>
            <a:cxnSpLocks/>
          </p:cNvCxnSpPr>
          <p:nvPr/>
        </p:nvCxnSpPr>
        <p:spPr>
          <a:xfrm flipV="1">
            <a:off x="0" y="2782529"/>
            <a:ext cx="1038399" cy="1224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67968E1A-0CF6-5DA2-CB33-6C04039B712B}"/>
              </a:ext>
            </a:extLst>
          </p:cNvPr>
          <p:cNvCxnSpPr>
            <a:cxnSpLocks/>
          </p:cNvCxnSpPr>
          <p:nvPr/>
        </p:nvCxnSpPr>
        <p:spPr>
          <a:xfrm flipV="1">
            <a:off x="0" y="3146323"/>
            <a:ext cx="1024127" cy="8259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7A4C1DA-AF9C-5E06-BB7D-F9D701443C58}"/>
              </a:ext>
            </a:extLst>
          </p:cNvPr>
          <p:cNvCxnSpPr>
            <a:cxnSpLocks/>
          </p:cNvCxnSpPr>
          <p:nvPr/>
        </p:nvCxnSpPr>
        <p:spPr>
          <a:xfrm flipV="1">
            <a:off x="0" y="3559277"/>
            <a:ext cx="1024127" cy="447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FBA96875-18F1-F5D6-88A0-6EFB2D2EE6E8}"/>
              </a:ext>
            </a:extLst>
          </p:cNvPr>
          <p:cNvCxnSpPr>
            <a:cxnSpLocks/>
          </p:cNvCxnSpPr>
          <p:nvPr/>
        </p:nvCxnSpPr>
        <p:spPr>
          <a:xfrm flipV="1">
            <a:off x="0" y="3871209"/>
            <a:ext cx="1024127" cy="135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A3A7EF13-4B1E-0663-611F-484D401BE8E8}"/>
              </a:ext>
            </a:extLst>
          </p:cNvPr>
          <p:cNvCxnSpPr>
            <a:cxnSpLocks/>
          </p:cNvCxnSpPr>
          <p:nvPr/>
        </p:nvCxnSpPr>
        <p:spPr>
          <a:xfrm>
            <a:off x="-5703" y="4003203"/>
            <a:ext cx="1049803" cy="291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198D81A9-F884-B487-7043-3E607D8C1091}"/>
              </a:ext>
            </a:extLst>
          </p:cNvPr>
          <p:cNvCxnSpPr>
            <a:cxnSpLocks/>
          </p:cNvCxnSpPr>
          <p:nvPr/>
        </p:nvCxnSpPr>
        <p:spPr>
          <a:xfrm>
            <a:off x="11404" y="3972232"/>
            <a:ext cx="1038399" cy="6784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46406145-FD87-D808-EC3D-5633747CC652}"/>
              </a:ext>
            </a:extLst>
          </p:cNvPr>
          <p:cNvCxnSpPr>
            <a:cxnSpLocks/>
          </p:cNvCxnSpPr>
          <p:nvPr/>
        </p:nvCxnSpPr>
        <p:spPr>
          <a:xfrm>
            <a:off x="-25676" y="3892100"/>
            <a:ext cx="1049803" cy="1455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A1F78B78-07AE-DFCE-6E36-2224D1C0239F}"/>
              </a:ext>
            </a:extLst>
          </p:cNvPr>
          <p:cNvCxnSpPr>
            <a:cxnSpLocks/>
          </p:cNvCxnSpPr>
          <p:nvPr/>
        </p:nvCxnSpPr>
        <p:spPr>
          <a:xfrm>
            <a:off x="-8260" y="3938927"/>
            <a:ext cx="1024127" cy="10471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F3FB5BAF-B27F-3AD3-19B0-6CFBF2453D77}"/>
              </a:ext>
            </a:extLst>
          </p:cNvPr>
          <p:cNvCxnSpPr>
            <a:cxnSpLocks/>
          </p:cNvCxnSpPr>
          <p:nvPr/>
        </p:nvCxnSpPr>
        <p:spPr>
          <a:xfrm>
            <a:off x="28201" y="3938927"/>
            <a:ext cx="1024127" cy="18337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0AE50DBE-1AFA-8987-0B2E-E51DFC620747}"/>
              </a:ext>
            </a:extLst>
          </p:cNvPr>
          <p:cNvCxnSpPr>
            <a:cxnSpLocks/>
          </p:cNvCxnSpPr>
          <p:nvPr/>
        </p:nvCxnSpPr>
        <p:spPr>
          <a:xfrm>
            <a:off x="28201" y="3972232"/>
            <a:ext cx="1035563" cy="2120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8" name="Picture 77">
            <a:extLst>
              <a:ext uri="{FF2B5EF4-FFF2-40B4-BE49-F238E27FC236}">
                <a16:creationId xmlns:a16="http://schemas.microsoft.com/office/drawing/2014/main" id="{2FAFD9A2-DFC3-9F74-88B6-6CFB57211ABC}"/>
              </a:ext>
            </a:extLst>
          </p:cNvPr>
          <p:cNvPicPr>
            <a:picLocks noChangeAspect="1"/>
          </p:cNvPicPr>
          <p:nvPr/>
        </p:nvPicPr>
        <p:blipFill>
          <a:blip r:embed="rId7"/>
          <a:stretch>
            <a:fillRect/>
          </a:stretch>
        </p:blipFill>
        <p:spPr>
          <a:xfrm>
            <a:off x="6595501" y="2286001"/>
            <a:ext cx="1347488" cy="1686232"/>
          </a:xfrm>
          <a:prstGeom prst="rect">
            <a:avLst/>
          </a:prstGeom>
        </p:spPr>
      </p:pic>
      <p:cxnSp>
        <p:nvCxnSpPr>
          <p:cNvPr id="4" name="Straight Arrow Connector 3">
            <a:extLst>
              <a:ext uri="{FF2B5EF4-FFF2-40B4-BE49-F238E27FC236}">
                <a16:creationId xmlns:a16="http://schemas.microsoft.com/office/drawing/2014/main" id="{5A6672F2-9655-74DC-FAB6-7DC76A9F7F56}"/>
              </a:ext>
            </a:extLst>
          </p:cNvPr>
          <p:cNvCxnSpPr>
            <a:cxnSpLocks/>
          </p:cNvCxnSpPr>
          <p:nvPr/>
        </p:nvCxnSpPr>
        <p:spPr>
          <a:xfrm flipV="1">
            <a:off x="2650603" y="1582994"/>
            <a:ext cx="2707978" cy="29624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 name="Graphic 4" descr="Cursor with solid fill">
            <a:extLst>
              <a:ext uri="{FF2B5EF4-FFF2-40B4-BE49-F238E27FC236}">
                <a16:creationId xmlns:a16="http://schemas.microsoft.com/office/drawing/2014/main" id="{19CBC4B1-B09F-63BE-B98F-206A9FBF620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49064" y="4349339"/>
            <a:ext cx="392307" cy="392307"/>
          </a:xfrm>
          <a:prstGeom prst="rect">
            <a:avLst/>
          </a:prstGeom>
        </p:spPr>
      </p:pic>
      <p:sp>
        <p:nvSpPr>
          <p:cNvPr id="8" name="TextBox 7">
            <a:extLst>
              <a:ext uri="{FF2B5EF4-FFF2-40B4-BE49-F238E27FC236}">
                <a16:creationId xmlns:a16="http://schemas.microsoft.com/office/drawing/2014/main" id="{28EFE250-E0F4-36DD-90C2-803800FC9AAE}"/>
              </a:ext>
            </a:extLst>
          </p:cNvPr>
          <p:cNvSpPr txBox="1"/>
          <p:nvPr/>
        </p:nvSpPr>
        <p:spPr>
          <a:xfrm>
            <a:off x="5819277" y="4124961"/>
            <a:ext cx="1996712" cy="338554"/>
          </a:xfrm>
          <a:prstGeom prst="rect">
            <a:avLst/>
          </a:prstGeom>
          <a:noFill/>
        </p:spPr>
        <p:txBody>
          <a:bodyPr wrap="square">
            <a:spAutoFit/>
          </a:bodyPr>
          <a:lstStyle/>
          <a:p>
            <a:r>
              <a:rPr lang="en-IN" sz="1600" dirty="0"/>
              <a:t>(</a:t>
            </a:r>
            <a:r>
              <a:rPr lang="en-IN" sz="1600" i="1" dirty="0"/>
              <a:t>Sort by newest</a:t>
            </a:r>
            <a:r>
              <a:rPr lang="en-IN" sz="1600" dirty="0"/>
              <a:t>)</a:t>
            </a:r>
            <a:endParaRPr lang="en-IN" sz="1600" i="1" dirty="0"/>
          </a:p>
        </p:txBody>
      </p:sp>
      <p:pic>
        <p:nvPicPr>
          <p:cNvPr id="7" name="Graphic 6" descr="Fire with solid fill">
            <a:extLst>
              <a:ext uri="{FF2B5EF4-FFF2-40B4-BE49-F238E27FC236}">
                <a16:creationId xmlns:a16="http://schemas.microsoft.com/office/drawing/2014/main" id="{69A360F8-F88A-01C6-CF46-3E9B24F1B44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441573" y="4311445"/>
            <a:ext cx="208220" cy="208220"/>
          </a:xfrm>
          <a:prstGeom prst="rect">
            <a:avLst/>
          </a:prstGeom>
        </p:spPr>
      </p:pic>
      <p:pic>
        <p:nvPicPr>
          <p:cNvPr id="9" name="Picture 8" descr="Lark - Free vector silhouettes on creazilla.com">
            <a:extLst>
              <a:ext uri="{FF2B5EF4-FFF2-40B4-BE49-F238E27FC236}">
                <a16:creationId xmlns:a16="http://schemas.microsoft.com/office/drawing/2014/main" id="{AAE6EC5F-520A-C436-A5E0-1ECDE948809A}"/>
              </a:ext>
            </a:extLst>
          </p:cNvPr>
          <p:cNvPicPr>
            <a:picLocks noChangeAspect="1"/>
          </p:cNvPicPr>
          <p:nvPr/>
        </p:nvPicPr>
        <p:blipFill>
          <a:blip r:embed="rId9">
            <a:extLst>
              <a:ext uri="{BEBA8EAE-BF5A-486C-A8C5-ECC9F3942E4B}">
                <a14:imgProps xmlns:a14="http://schemas.microsoft.com/office/drawing/2010/main">
                  <a14:imgLayer r:embed="rId10">
                    <a14:imgEffect>
                      <a14:saturation sat="66000"/>
                    </a14:imgEffect>
                  </a14:imgLayer>
                </a14:imgProps>
              </a:ext>
            </a:extLst>
          </a:blip>
          <a:stretch>
            <a:fillRect/>
          </a:stretch>
        </p:blipFill>
        <p:spPr>
          <a:xfrm>
            <a:off x="157014" y="759001"/>
            <a:ext cx="939973" cy="1089463"/>
          </a:xfrm>
          <a:prstGeom prst="rect">
            <a:avLst/>
          </a:prstGeom>
        </p:spPr>
      </p:pic>
    </p:spTree>
    <p:extLst>
      <p:ext uri="{BB962C8B-B14F-4D97-AF65-F5344CB8AC3E}">
        <p14:creationId xmlns:p14="http://schemas.microsoft.com/office/powerpoint/2010/main" val="1519704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2D96A-99F1-6013-21A2-6F2150AC59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50E7F1-9BD0-B3A8-3254-FE78BECC81DF}"/>
              </a:ext>
            </a:extLst>
          </p:cNvPr>
          <p:cNvSpPr>
            <a:spLocks noGrp="1"/>
          </p:cNvSpPr>
          <p:nvPr>
            <p:ph type="title"/>
          </p:nvPr>
        </p:nvSpPr>
        <p:spPr/>
        <p:txBody>
          <a:bodyPr/>
          <a:lstStyle/>
          <a:p>
            <a:r>
              <a:rPr lang="en-IN" dirty="0"/>
              <a:t> 3</a:t>
            </a:r>
          </a:p>
        </p:txBody>
      </p:sp>
      <p:sp>
        <p:nvSpPr>
          <p:cNvPr id="14" name="Content Placeholder 2">
            <a:extLst>
              <a:ext uri="{FF2B5EF4-FFF2-40B4-BE49-F238E27FC236}">
                <a16:creationId xmlns:a16="http://schemas.microsoft.com/office/drawing/2014/main" id="{431BB577-E460-2803-8590-8CEF68AEDE67}"/>
              </a:ext>
            </a:extLst>
          </p:cNvPr>
          <p:cNvSpPr>
            <a:spLocks noGrp="1"/>
          </p:cNvSpPr>
          <p:nvPr>
            <p:ph sz="half" idx="1"/>
          </p:nvPr>
        </p:nvSpPr>
        <p:spPr>
          <a:xfrm>
            <a:off x="1024127" y="2337659"/>
            <a:ext cx="4754880" cy="4023360"/>
          </a:xfrm>
        </p:spPr>
        <p:txBody>
          <a:bodyPr>
            <a:normAutofit fontScale="85000" lnSpcReduction="20000"/>
          </a:bodyPr>
          <a:lstStyle/>
          <a:p>
            <a:pPr lvl="0">
              <a:buFont typeface="Arial" panose="020B0604020202020204" pitchFamily="34" charset="0"/>
              <a:buChar char="•"/>
            </a:pPr>
            <a:r>
              <a:rPr lang="en-IN" sz="2000" dirty="0"/>
              <a:t> Badge</a:t>
            </a:r>
          </a:p>
          <a:p>
            <a:pPr lvl="0">
              <a:buFont typeface="Arial" panose="020B0604020202020204" pitchFamily="34" charset="0"/>
              <a:buChar char="•"/>
            </a:pPr>
            <a:r>
              <a:rPr lang="en-IN" sz="2000" dirty="0"/>
              <a:t> Caricature</a:t>
            </a:r>
          </a:p>
          <a:p>
            <a:pPr lvl="0">
              <a:buFont typeface="Arial" panose="020B0604020202020204" pitchFamily="34" charset="0"/>
              <a:buChar char="•"/>
            </a:pPr>
            <a:r>
              <a:rPr lang="en-IN" sz="2000" dirty="0"/>
              <a:t> Cartoon</a:t>
            </a:r>
          </a:p>
          <a:p>
            <a:pPr>
              <a:buFont typeface="Arial" panose="020B0604020202020204" pitchFamily="34" charset="0"/>
              <a:buChar char="•"/>
            </a:pPr>
            <a:r>
              <a:rPr lang="en-IN" sz="2000" dirty="0"/>
              <a:t> Flyer </a:t>
            </a:r>
          </a:p>
          <a:p>
            <a:pPr>
              <a:buFont typeface="Arial" panose="020B0604020202020204" pitchFamily="34" charset="0"/>
              <a:buChar char="•"/>
            </a:pPr>
            <a:r>
              <a:rPr lang="en-IN" sz="2000" dirty="0"/>
              <a:t> Meme</a:t>
            </a:r>
          </a:p>
          <a:p>
            <a:pPr lvl="0">
              <a:buFont typeface="Arial" panose="020B0604020202020204" pitchFamily="34" charset="0"/>
              <a:buChar char="•"/>
            </a:pPr>
            <a:r>
              <a:rPr lang="en-IN" sz="2000" dirty="0"/>
              <a:t> Portrait</a:t>
            </a:r>
          </a:p>
          <a:p>
            <a:pPr lvl="0">
              <a:buFont typeface="Arial" panose="020B0604020202020204" pitchFamily="34" charset="0"/>
              <a:buChar char="•"/>
            </a:pPr>
            <a:r>
              <a:rPr lang="en-IN" sz="2000" dirty="0"/>
              <a:t> </a:t>
            </a:r>
            <a:r>
              <a:rPr lang="en-IN" sz="2000" dirty="0">
                <a:highlight>
                  <a:srgbClr val="FFFF00"/>
                </a:highlight>
              </a:rPr>
              <a:t>Poster/Placard</a:t>
            </a:r>
          </a:p>
          <a:p>
            <a:pPr lvl="0">
              <a:buFont typeface="Arial" panose="020B0604020202020204" pitchFamily="34" charset="0"/>
              <a:buChar char="•"/>
            </a:pPr>
            <a:r>
              <a:rPr lang="en-IN" sz="2000" dirty="0"/>
              <a:t> Stencil</a:t>
            </a:r>
          </a:p>
          <a:p>
            <a:pPr lvl="0">
              <a:buFont typeface="Arial" panose="020B0604020202020204" pitchFamily="34" charset="0"/>
              <a:buChar char="•"/>
            </a:pPr>
            <a:r>
              <a:rPr lang="en-IN" sz="2000" dirty="0"/>
              <a:t> Sticker</a:t>
            </a:r>
          </a:p>
          <a:p>
            <a:pPr lvl="0">
              <a:buFont typeface="Arial" panose="020B0604020202020204" pitchFamily="34" charset="0"/>
              <a:buChar char="•"/>
            </a:pPr>
            <a:r>
              <a:rPr lang="en-IN" sz="2000" b="1" dirty="0"/>
              <a:t> CREATE YOUR OWN CAMPAIGN MATERIAL</a:t>
            </a:r>
          </a:p>
          <a:p>
            <a:pPr lvl="0">
              <a:buFont typeface="Arial" panose="020B0604020202020204" pitchFamily="34" charset="0"/>
              <a:buChar char="•"/>
            </a:pPr>
            <a:r>
              <a:rPr lang="en-IN" sz="2000" dirty="0"/>
              <a:t> UPLOAD YOUR OWN ART AND DESIGN </a:t>
            </a:r>
          </a:p>
          <a:p>
            <a:pPr>
              <a:buFont typeface="Arial" panose="020B0604020202020204" pitchFamily="34" charset="0"/>
              <a:buChar char="•"/>
            </a:pPr>
            <a:endParaRPr lang="en-IN" sz="2000" dirty="0"/>
          </a:p>
        </p:txBody>
      </p:sp>
      <p:cxnSp>
        <p:nvCxnSpPr>
          <p:cNvPr id="6" name="Straight Arrow Connector 5">
            <a:extLst>
              <a:ext uri="{FF2B5EF4-FFF2-40B4-BE49-F238E27FC236}">
                <a16:creationId xmlns:a16="http://schemas.microsoft.com/office/drawing/2014/main" id="{91008376-3A37-50E3-A02C-1EE19FDD4955}"/>
              </a:ext>
            </a:extLst>
          </p:cNvPr>
          <p:cNvCxnSpPr>
            <a:cxnSpLocks/>
          </p:cNvCxnSpPr>
          <p:nvPr/>
        </p:nvCxnSpPr>
        <p:spPr>
          <a:xfrm flipV="1">
            <a:off x="5197033" y="2377859"/>
            <a:ext cx="1370915" cy="32474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3" name="Graphic 32" descr="Cursor with solid fill">
            <a:extLst>
              <a:ext uri="{FF2B5EF4-FFF2-40B4-BE49-F238E27FC236}">
                <a16:creationId xmlns:a16="http://schemas.microsoft.com/office/drawing/2014/main" id="{518BE5BB-1650-5116-B614-52489CFB69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93611" y="5576489"/>
            <a:ext cx="392307" cy="392307"/>
          </a:xfrm>
          <a:prstGeom prst="rect">
            <a:avLst/>
          </a:prstGeom>
        </p:spPr>
      </p:pic>
      <p:sp>
        <p:nvSpPr>
          <p:cNvPr id="8" name="TextBox 7">
            <a:extLst>
              <a:ext uri="{FF2B5EF4-FFF2-40B4-BE49-F238E27FC236}">
                <a16:creationId xmlns:a16="http://schemas.microsoft.com/office/drawing/2014/main" id="{052A72A9-0C37-A865-686B-CA9DC0ABC016}"/>
              </a:ext>
            </a:extLst>
          </p:cNvPr>
          <p:cNvSpPr txBox="1"/>
          <p:nvPr/>
        </p:nvSpPr>
        <p:spPr>
          <a:xfrm>
            <a:off x="6567948" y="2185498"/>
            <a:ext cx="4655675" cy="384721"/>
          </a:xfrm>
          <a:prstGeom prst="rect">
            <a:avLst/>
          </a:prstGeom>
          <a:noFill/>
        </p:spPr>
        <p:txBody>
          <a:bodyPr wrap="square">
            <a:spAutoFit/>
          </a:bodyPr>
          <a:lstStyle/>
          <a:p>
            <a:r>
              <a:rPr lang="en-IN" sz="1900" dirty="0"/>
              <a:t>Choose format </a:t>
            </a:r>
          </a:p>
        </p:txBody>
      </p:sp>
      <p:sp>
        <p:nvSpPr>
          <p:cNvPr id="10" name="TextBox 9">
            <a:extLst>
              <a:ext uri="{FF2B5EF4-FFF2-40B4-BE49-F238E27FC236}">
                <a16:creationId xmlns:a16="http://schemas.microsoft.com/office/drawing/2014/main" id="{8E6A424A-3AAB-01F8-A3A3-936B0A26D625}"/>
              </a:ext>
            </a:extLst>
          </p:cNvPr>
          <p:cNvSpPr txBox="1"/>
          <p:nvPr/>
        </p:nvSpPr>
        <p:spPr>
          <a:xfrm>
            <a:off x="8206899" y="1562250"/>
            <a:ext cx="2107940" cy="1631216"/>
          </a:xfrm>
          <a:prstGeom prst="rect">
            <a:avLst/>
          </a:prstGeom>
          <a:noFill/>
        </p:spPr>
        <p:txBody>
          <a:bodyPr wrap="square">
            <a:spAutoFit/>
          </a:bodyPr>
          <a:lstStyle/>
          <a:p>
            <a:pPr lvl="0">
              <a:buFont typeface="Arial" panose="020B0604020202020204" pitchFamily="34" charset="0"/>
              <a:buChar char="•"/>
            </a:pPr>
            <a:r>
              <a:rPr lang="en-IN" sz="2000" dirty="0"/>
              <a:t> Badge</a:t>
            </a:r>
          </a:p>
          <a:p>
            <a:pPr lvl="0">
              <a:buFont typeface="Arial" panose="020B0604020202020204" pitchFamily="34" charset="0"/>
              <a:buChar char="•"/>
            </a:pPr>
            <a:r>
              <a:rPr lang="en-IN" sz="2000" dirty="0"/>
              <a:t> Meme</a:t>
            </a:r>
          </a:p>
          <a:p>
            <a:pPr lvl="0">
              <a:buFont typeface="Arial" panose="020B0604020202020204" pitchFamily="34" charset="0"/>
              <a:buChar char="•"/>
            </a:pPr>
            <a:r>
              <a:rPr lang="en-IN" sz="2000" dirty="0"/>
              <a:t> Poster/Placard</a:t>
            </a:r>
          </a:p>
          <a:p>
            <a:pPr lvl="0">
              <a:buFont typeface="Arial" panose="020B0604020202020204" pitchFamily="34" charset="0"/>
              <a:buChar char="•"/>
            </a:pPr>
            <a:r>
              <a:rPr lang="en-IN" sz="2000" dirty="0"/>
              <a:t> Stencil</a:t>
            </a:r>
          </a:p>
          <a:p>
            <a:pPr lvl="0">
              <a:buFont typeface="Arial" panose="020B0604020202020204" pitchFamily="34" charset="0"/>
              <a:buChar char="•"/>
            </a:pPr>
            <a:r>
              <a:rPr lang="en-IN" sz="2000" dirty="0"/>
              <a:t> Sticker</a:t>
            </a:r>
          </a:p>
        </p:txBody>
      </p:sp>
      <p:cxnSp>
        <p:nvCxnSpPr>
          <p:cNvPr id="16" name="Straight Arrow Connector 15">
            <a:extLst>
              <a:ext uri="{FF2B5EF4-FFF2-40B4-BE49-F238E27FC236}">
                <a16:creationId xmlns:a16="http://schemas.microsoft.com/office/drawing/2014/main" id="{A0289D7F-AE70-4434-F4E7-9A96ED9C8570}"/>
              </a:ext>
            </a:extLst>
          </p:cNvPr>
          <p:cNvCxnSpPr>
            <a:cxnSpLocks/>
          </p:cNvCxnSpPr>
          <p:nvPr/>
        </p:nvCxnSpPr>
        <p:spPr>
          <a:xfrm flipV="1">
            <a:off x="0" y="2377859"/>
            <a:ext cx="1024127" cy="15943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754648F-2009-EB59-D08C-978B0B4CB7C7}"/>
              </a:ext>
            </a:extLst>
          </p:cNvPr>
          <p:cNvCxnSpPr>
            <a:cxnSpLocks/>
          </p:cNvCxnSpPr>
          <p:nvPr/>
        </p:nvCxnSpPr>
        <p:spPr>
          <a:xfrm flipV="1">
            <a:off x="0" y="2782529"/>
            <a:ext cx="1038399" cy="1224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1789E77-DB21-5FDA-CAA8-2FC151AB1894}"/>
              </a:ext>
            </a:extLst>
          </p:cNvPr>
          <p:cNvCxnSpPr>
            <a:cxnSpLocks/>
          </p:cNvCxnSpPr>
          <p:nvPr/>
        </p:nvCxnSpPr>
        <p:spPr>
          <a:xfrm flipV="1">
            <a:off x="0" y="3146323"/>
            <a:ext cx="1024127" cy="8259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BE311C3-73F0-5D99-D0EB-943D03F958D3}"/>
              </a:ext>
            </a:extLst>
          </p:cNvPr>
          <p:cNvCxnSpPr>
            <a:cxnSpLocks/>
          </p:cNvCxnSpPr>
          <p:nvPr/>
        </p:nvCxnSpPr>
        <p:spPr>
          <a:xfrm flipV="1">
            <a:off x="0" y="3559277"/>
            <a:ext cx="1024127" cy="447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60CFC73-73A1-8B42-9A3E-6888C8C03362}"/>
              </a:ext>
            </a:extLst>
          </p:cNvPr>
          <p:cNvCxnSpPr>
            <a:cxnSpLocks/>
          </p:cNvCxnSpPr>
          <p:nvPr/>
        </p:nvCxnSpPr>
        <p:spPr>
          <a:xfrm flipV="1">
            <a:off x="0" y="3871209"/>
            <a:ext cx="1024127" cy="135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6AC5055-73C2-199C-8EF8-0974A1FB3EFC}"/>
              </a:ext>
            </a:extLst>
          </p:cNvPr>
          <p:cNvCxnSpPr>
            <a:cxnSpLocks/>
          </p:cNvCxnSpPr>
          <p:nvPr/>
        </p:nvCxnSpPr>
        <p:spPr>
          <a:xfrm>
            <a:off x="-5703" y="4003203"/>
            <a:ext cx="1049803" cy="291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EEC0496-9F68-B92D-801A-7A4E590FA68A}"/>
              </a:ext>
            </a:extLst>
          </p:cNvPr>
          <p:cNvCxnSpPr>
            <a:cxnSpLocks/>
          </p:cNvCxnSpPr>
          <p:nvPr/>
        </p:nvCxnSpPr>
        <p:spPr>
          <a:xfrm>
            <a:off x="11404" y="3972232"/>
            <a:ext cx="1038399" cy="6784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326A190-D6C1-4F37-EBE9-2D70B35BC342}"/>
              </a:ext>
            </a:extLst>
          </p:cNvPr>
          <p:cNvCxnSpPr>
            <a:cxnSpLocks/>
          </p:cNvCxnSpPr>
          <p:nvPr/>
        </p:nvCxnSpPr>
        <p:spPr>
          <a:xfrm>
            <a:off x="-25676" y="3892100"/>
            <a:ext cx="1049803" cy="1455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8B1FD61-BECB-7A68-18CA-769898CBB9AD}"/>
              </a:ext>
            </a:extLst>
          </p:cNvPr>
          <p:cNvCxnSpPr>
            <a:cxnSpLocks/>
          </p:cNvCxnSpPr>
          <p:nvPr/>
        </p:nvCxnSpPr>
        <p:spPr>
          <a:xfrm>
            <a:off x="-8260" y="3938927"/>
            <a:ext cx="1024127" cy="10471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F080E2E-D0C6-F092-4278-F7DAC7B8F803}"/>
              </a:ext>
            </a:extLst>
          </p:cNvPr>
          <p:cNvCxnSpPr>
            <a:cxnSpLocks/>
          </p:cNvCxnSpPr>
          <p:nvPr/>
        </p:nvCxnSpPr>
        <p:spPr>
          <a:xfrm>
            <a:off x="28201" y="3938927"/>
            <a:ext cx="1024127" cy="18337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731242A-A513-B0AF-25C9-74B01967FE8B}"/>
              </a:ext>
            </a:extLst>
          </p:cNvPr>
          <p:cNvCxnSpPr>
            <a:cxnSpLocks/>
          </p:cNvCxnSpPr>
          <p:nvPr/>
        </p:nvCxnSpPr>
        <p:spPr>
          <a:xfrm>
            <a:off x="28201" y="3972232"/>
            <a:ext cx="1035563" cy="2120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itle 1">
            <a:extLst>
              <a:ext uri="{FF2B5EF4-FFF2-40B4-BE49-F238E27FC236}">
                <a16:creationId xmlns:a16="http://schemas.microsoft.com/office/drawing/2014/main" id="{0E61E898-18C0-1EEB-05DC-F74615140D1A}"/>
              </a:ext>
            </a:extLst>
          </p:cNvPr>
          <p:cNvSpPr txBox="1">
            <a:spLocks/>
          </p:cNvSpPr>
          <p:nvPr/>
        </p:nvSpPr>
        <p:spPr>
          <a:xfrm>
            <a:off x="7018191" y="1290589"/>
            <a:ext cx="893306" cy="1279630"/>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r>
              <a:rPr lang="en-IN" dirty="0"/>
              <a:t>3.1</a:t>
            </a:r>
          </a:p>
        </p:txBody>
      </p:sp>
      <p:pic>
        <p:nvPicPr>
          <p:cNvPr id="4" name="Graphic 3" descr="Fire with solid fill">
            <a:extLst>
              <a:ext uri="{FF2B5EF4-FFF2-40B4-BE49-F238E27FC236}">
                <a16:creationId xmlns:a16="http://schemas.microsoft.com/office/drawing/2014/main" id="{03BE8242-FF42-4B87-4D4D-E1E3806C237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41573" y="4311445"/>
            <a:ext cx="208220" cy="208220"/>
          </a:xfrm>
          <a:prstGeom prst="rect">
            <a:avLst/>
          </a:prstGeom>
        </p:spPr>
      </p:pic>
      <p:pic>
        <p:nvPicPr>
          <p:cNvPr id="5" name="Picture 4" descr="Lark - Free vector silhouettes on creazilla.com">
            <a:extLst>
              <a:ext uri="{FF2B5EF4-FFF2-40B4-BE49-F238E27FC236}">
                <a16:creationId xmlns:a16="http://schemas.microsoft.com/office/drawing/2014/main" id="{4A6B1EAD-F072-8F8E-980F-5D1F7324CD49}"/>
              </a:ext>
            </a:extLst>
          </p:cNvPr>
          <p:cNvPicPr>
            <a:picLocks noChangeAspect="1"/>
          </p:cNvPicPr>
          <p:nvPr/>
        </p:nvPicPr>
        <p:blipFill>
          <a:blip r:embed="rId5">
            <a:extLst>
              <a:ext uri="{BEBA8EAE-BF5A-486C-A8C5-ECC9F3942E4B}">
                <a14:imgProps xmlns:a14="http://schemas.microsoft.com/office/drawing/2010/main">
                  <a14:imgLayer r:embed="rId6">
                    <a14:imgEffect>
                      <a14:saturation sat="66000"/>
                    </a14:imgEffect>
                  </a14:imgLayer>
                </a14:imgProps>
              </a:ext>
            </a:extLst>
          </a:blip>
          <a:stretch>
            <a:fillRect/>
          </a:stretch>
        </p:blipFill>
        <p:spPr>
          <a:xfrm>
            <a:off x="157014" y="759001"/>
            <a:ext cx="939973" cy="1089463"/>
          </a:xfrm>
          <a:prstGeom prst="rect">
            <a:avLst/>
          </a:prstGeom>
        </p:spPr>
      </p:pic>
    </p:spTree>
    <p:extLst>
      <p:ext uri="{BB962C8B-B14F-4D97-AF65-F5344CB8AC3E}">
        <p14:creationId xmlns:p14="http://schemas.microsoft.com/office/powerpoint/2010/main" val="3064555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98B18-2F38-1AC6-4C06-A5F4248B76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5090E1-B200-B29E-352A-4287DD2D20EA}"/>
              </a:ext>
            </a:extLst>
          </p:cNvPr>
          <p:cNvSpPr>
            <a:spLocks noGrp="1"/>
          </p:cNvSpPr>
          <p:nvPr>
            <p:ph type="title"/>
          </p:nvPr>
        </p:nvSpPr>
        <p:spPr/>
        <p:txBody>
          <a:bodyPr/>
          <a:lstStyle/>
          <a:p>
            <a:r>
              <a:rPr lang="en-IN" dirty="0"/>
              <a:t> 3</a:t>
            </a:r>
          </a:p>
        </p:txBody>
      </p:sp>
      <p:sp>
        <p:nvSpPr>
          <p:cNvPr id="14" name="Content Placeholder 2">
            <a:extLst>
              <a:ext uri="{FF2B5EF4-FFF2-40B4-BE49-F238E27FC236}">
                <a16:creationId xmlns:a16="http://schemas.microsoft.com/office/drawing/2014/main" id="{AEC852C7-06D2-60D5-0085-AB9BAE864D17}"/>
              </a:ext>
            </a:extLst>
          </p:cNvPr>
          <p:cNvSpPr>
            <a:spLocks noGrp="1"/>
          </p:cNvSpPr>
          <p:nvPr>
            <p:ph sz="half" idx="1"/>
          </p:nvPr>
        </p:nvSpPr>
        <p:spPr>
          <a:xfrm>
            <a:off x="1024127" y="2337659"/>
            <a:ext cx="4754880" cy="4023360"/>
          </a:xfrm>
        </p:spPr>
        <p:txBody>
          <a:bodyPr>
            <a:normAutofit fontScale="85000" lnSpcReduction="20000"/>
          </a:bodyPr>
          <a:lstStyle/>
          <a:p>
            <a:pPr lvl="0">
              <a:buFont typeface="Arial" panose="020B0604020202020204" pitchFamily="34" charset="0"/>
              <a:buChar char="•"/>
            </a:pPr>
            <a:r>
              <a:rPr lang="en-IN" sz="2000" dirty="0"/>
              <a:t> Badge</a:t>
            </a:r>
          </a:p>
          <a:p>
            <a:pPr lvl="0">
              <a:buFont typeface="Arial" panose="020B0604020202020204" pitchFamily="34" charset="0"/>
              <a:buChar char="•"/>
            </a:pPr>
            <a:r>
              <a:rPr lang="en-IN" sz="2000" dirty="0"/>
              <a:t> Caricature</a:t>
            </a:r>
          </a:p>
          <a:p>
            <a:pPr lvl="0">
              <a:buFont typeface="Arial" panose="020B0604020202020204" pitchFamily="34" charset="0"/>
              <a:buChar char="•"/>
            </a:pPr>
            <a:r>
              <a:rPr lang="en-IN" sz="2000" dirty="0"/>
              <a:t> Cartoon</a:t>
            </a:r>
          </a:p>
          <a:p>
            <a:pPr>
              <a:buFont typeface="Arial" panose="020B0604020202020204" pitchFamily="34" charset="0"/>
              <a:buChar char="•"/>
            </a:pPr>
            <a:r>
              <a:rPr lang="en-IN" sz="2000" dirty="0"/>
              <a:t> Flyer </a:t>
            </a:r>
          </a:p>
          <a:p>
            <a:pPr>
              <a:buFont typeface="Arial" panose="020B0604020202020204" pitchFamily="34" charset="0"/>
              <a:buChar char="•"/>
            </a:pPr>
            <a:r>
              <a:rPr lang="en-IN" sz="2000" dirty="0"/>
              <a:t> Meme</a:t>
            </a:r>
          </a:p>
          <a:p>
            <a:pPr lvl="0">
              <a:buFont typeface="Arial" panose="020B0604020202020204" pitchFamily="34" charset="0"/>
              <a:buChar char="•"/>
            </a:pPr>
            <a:r>
              <a:rPr lang="en-IN" sz="2000" dirty="0"/>
              <a:t> Portrait</a:t>
            </a:r>
          </a:p>
          <a:p>
            <a:pPr lvl="0">
              <a:buFont typeface="Arial" panose="020B0604020202020204" pitchFamily="34" charset="0"/>
              <a:buChar char="•"/>
            </a:pPr>
            <a:r>
              <a:rPr lang="en-IN" sz="2000" dirty="0"/>
              <a:t> </a:t>
            </a:r>
            <a:r>
              <a:rPr lang="en-IN" sz="2000" dirty="0">
                <a:highlight>
                  <a:srgbClr val="FFFF00"/>
                </a:highlight>
              </a:rPr>
              <a:t>Poster/Placard</a:t>
            </a:r>
          </a:p>
          <a:p>
            <a:pPr lvl="0">
              <a:buFont typeface="Arial" panose="020B0604020202020204" pitchFamily="34" charset="0"/>
              <a:buChar char="•"/>
            </a:pPr>
            <a:r>
              <a:rPr lang="en-IN" sz="2000" dirty="0"/>
              <a:t> Stencil</a:t>
            </a:r>
          </a:p>
          <a:p>
            <a:pPr lvl="0">
              <a:buFont typeface="Arial" panose="020B0604020202020204" pitchFamily="34" charset="0"/>
              <a:buChar char="•"/>
            </a:pPr>
            <a:r>
              <a:rPr lang="en-IN" sz="2000" dirty="0"/>
              <a:t> Sticker</a:t>
            </a:r>
          </a:p>
          <a:p>
            <a:pPr lvl="0">
              <a:buFont typeface="Arial" panose="020B0604020202020204" pitchFamily="34" charset="0"/>
              <a:buChar char="•"/>
            </a:pPr>
            <a:r>
              <a:rPr lang="en-IN" sz="2000" b="1" dirty="0"/>
              <a:t> CREATE YOUR OWN CAMPAIGN MATERIAL</a:t>
            </a:r>
          </a:p>
          <a:p>
            <a:pPr lvl="0">
              <a:buFont typeface="Arial" panose="020B0604020202020204" pitchFamily="34" charset="0"/>
              <a:buChar char="•"/>
            </a:pPr>
            <a:r>
              <a:rPr lang="en-IN" sz="2000" dirty="0"/>
              <a:t> UPLOAD YOUR OWN ART AND DESIGN </a:t>
            </a:r>
          </a:p>
          <a:p>
            <a:pPr>
              <a:buFont typeface="Arial" panose="020B0604020202020204" pitchFamily="34" charset="0"/>
              <a:buChar char="•"/>
            </a:pPr>
            <a:endParaRPr lang="en-IN" sz="2000" dirty="0"/>
          </a:p>
        </p:txBody>
      </p:sp>
      <p:cxnSp>
        <p:nvCxnSpPr>
          <p:cNvPr id="6" name="Straight Arrow Connector 5">
            <a:extLst>
              <a:ext uri="{FF2B5EF4-FFF2-40B4-BE49-F238E27FC236}">
                <a16:creationId xmlns:a16="http://schemas.microsoft.com/office/drawing/2014/main" id="{5B8FE3A1-C57D-C3CA-4FC4-728BDD184FD5}"/>
              </a:ext>
            </a:extLst>
          </p:cNvPr>
          <p:cNvCxnSpPr>
            <a:cxnSpLocks/>
          </p:cNvCxnSpPr>
          <p:nvPr/>
        </p:nvCxnSpPr>
        <p:spPr>
          <a:xfrm flipV="1">
            <a:off x="5197033" y="2377859"/>
            <a:ext cx="1370915" cy="32474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3" name="Graphic 32" descr="Cursor with solid fill">
            <a:extLst>
              <a:ext uri="{FF2B5EF4-FFF2-40B4-BE49-F238E27FC236}">
                <a16:creationId xmlns:a16="http://schemas.microsoft.com/office/drawing/2014/main" id="{24E8C236-BB9B-6B19-A344-8FB7C81A2B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93611" y="5576489"/>
            <a:ext cx="392307" cy="392307"/>
          </a:xfrm>
          <a:prstGeom prst="rect">
            <a:avLst/>
          </a:prstGeom>
        </p:spPr>
      </p:pic>
      <p:sp>
        <p:nvSpPr>
          <p:cNvPr id="8" name="TextBox 7">
            <a:extLst>
              <a:ext uri="{FF2B5EF4-FFF2-40B4-BE49-F238E27FC236}">
                <a16:creationId xmlns:a16="http://schemas.microsoft.com/office/drawing/2014/main" id="{5C921696-D516-3D96-C8B4-1F317C3E2E6B}"/>
              </a:ext>
            </a:extLst>
          </p:cNvPr>
          <p:cNvSpPr txBox="1"/>
          <p:nvPr/>
        </p:nvSpPr>
        <p:spPr>
          <a:xfrm>
            <a:off x="6567948" y="2185498"/>
            <a:ext cx="4655675" cy="384721"/>
          </a:xfrm>
          <a:prstGeom prst="rect">
            <a:avLst/>
          </a:prstGeom>
          <a:noFill/>
        </p:spPr>
        <p:txBody>
          <a:bodyPr wrap="square">
            <a:spAutoFit/>
          </a:bodyPr>
          <a:lstStyle/>
          <a:p>
            <a:r>
              <a:rPr lang="en-IN" sz="1900" dirty="0"/>
              <a:t>Choose format </a:t>
            </a:r>
          </a:p>
        </p:txBody>
      </p:sp>
      <p:sp>
        <p:nvSpPr>
          <p:cNvPr id="10" name="TextBox 9">
            <a:extLst>
              <a:ext uri="{FF2B5EF4-FFF2-40B4-BE49-F238E27FC236}">
                <a16:creationId xmlns:a16="http://schemas.microsoft.com/office/drawing/2014/main" id="{D3C13FD3-89B8-1507-2657-385956781323}"/>
              </a:ext>
            </a:extLst>
          </p:cNvPr>
          <p:cNvSpPr txBox="1"/>
          <p:nvPr/>
        </p:nvSpPr>
        <p:spPr>
          <a:xfrm>
            <a:off x="8206899" y="1562250"/>
            <a:ext cx="2107940" cy="1631216"/>
          </a:xfrm>
          <a:prstGeom prst="rect">
            <a:avLst/>
          </a:prstGeom>
          <a:noFill/>
        </p:spPr>
        <p:txBody>
          <a:bodyPr wrap="square">
            <a:spAutoFit/>
          </a:bodyPr>
          <a:lstStyle/>
          <a:p>
            <a:pPr lvl="0">
              <a:buFont typeface="Arial" panose="020B0604020202020204" pitchFamily="34" charset="0"/>
              <a:buChar char="•"/>
            </a:pPr>
            <a:r>
              <a:rPr lang="en-IN" sz="2000" dirty="0"/>
              <a:t> Badge</a:t>
            </a:r>
          </a:p>
          <a:p>
            <a:pPr lvl="0">
              <a:buFont typeface="Arial" panose="020B0604020202020204" pitchFamily="34" charset="0"/>
              <a:buChar char="•"/>
            </a:pPr>
            <a:r>
              <a:rPr lang="en-IN" sz="2000" dirty="0"/>
              <a:t> Meme</a:t>
            </a:r>
          </a:p>
          <a:p>
            <a:pPr lvl="0">
              <a:buFont typeface="Arial" panose="020B0604020202020204" pitchFamily="34" charset="0"/>
              <a:buChar char="•"/>
            </a:pPr>
            <a:r>
              <a:rPr lang="en-IN" sz="2000" dirty="0"/>
              <a:t> Poster/Placard</a:t>
            </a:r>
          </a:p>
          <a:p>
            <a:pPr lvl="0">
              <a:buFont typeface="Arial" panose="020B0604020202020204" pitchFamily="34" charset="0"/>
              <a:buChar char="•"/>
            </a:pPr>
            <a:r>
              <a:rPr lang="en-IN" sz="2000" dirty="0"/>
              <a:t> Stencil</a:t>
            </a:r>
          </a:p>
          <a:p>
            <a:pPr lvl="0">
              <a:buFont typeface="Arial" panose="020B0604020202020204" pitchFamily="34" charset="0"/>
              <a:buChar char="•"/>
            </a:pPr>
            <a:r>
              <a:rPr lang="en-IN" sz="2000" dirty="0"/>
              <a:t> </a:t>
            </a:r>
            <a:r>
              <a:rPr lang="en-IN" sz="2000" b="1" dirty="0"/>
              <a:t>Sticker</a:t>
            </a:r>
          </a:p>
        </p:txBody>
      </p:sp>
      <p:cxnSp>
        <p:nvCxnSpPr>
          <p:cNvPr id="16" name="Straight Arrow Connector 15">
            <a:extLst>
              <a:ext uri="{FF2B5EF4-FFF2-40B4-BE49-F238E27FC236}">
                <a16:creationId xmlns:a16="http://schemas.microsoft.com/office/drawing/2014/main" id="{F76AF945-1553-D114-BEBC-D6B06E0849D0}"/>
              </a:ext>
            </a:extLst>
          </p:cNvPr>
          <p:cNvCxnSpPr>
            <a:cxnSpLocks/>
          </p:cNvCxnSpPr>
          <p:nvPr/>
        </p:nvCxnSpPr>
        <p:spPr>
          <a:xfrm flipV="1">
            <a:off x="0" y="2377859"/>
            <a:ext cx="1024127" cy="15943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94B20AB-81D1-DB98-1F04-6F7937CA960D}"/>
              </a:ext>
            </a:extLst>
          </p:cNvPr>
          <p:cNvCxnSpPr>
            <a:cxnSpLocks/>
          </p:cNvCxnSpPr>
          <p:nvPr/>
        </p:nvCxnSpPr>
        <p:spPr>
          <a:xfrm flipV="1">
            <a:off x="0" y="2782529"/>
            <a:ext cx="1038399" cy="1224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DBEF824-E338-5806-BECD-E5A889EC86E3}"/>
              </a:ext>
            </a:extLst>
          </p:cNvPr>
          <p:cNvCxnSpPr>
            <a:cxnSpLocks/>
          </p:cNvCxnSpPr>
          <p:nvPr/>
        </p:nvCxnSpPr>
        <p:spPr>
          <a:xfrm flipV="1">
            <a:off x="0" y="3146323"/>
            <a:ext cx="1024127" cy="8259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D9BA7B9-810F-5B57-49D4-C97B35873B55}"/>
              </a:ext>
            </a:extLst>
          </p:cNvPr>
          <p:cNvCxnSpPr>
            <a:cxnSpLocks/>
          </p:cNvCxnSpPr>
          <p:nvPr/>
        </p:nvCxnSpPr>
        <p:spPr>
          <a:xfrm flipV="1">
            <a:off x="0" y="3559277"/>
            <a:ext cx="1024127" cy="447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5C2277A-CB35-7249-4FB5-662F26A5C2EA}"/>
              </a:ext>
            </a:extLst>
          </p:cNvPr>
          <p:cNvCxnSpPr>
            <a:cxnSpLocks/>
          </p:cNvCxnSpPr>
          <p:nvPr/>
        </p:nvCxnSpPr>
        <p:spPr>
          <a:xfrm flipV="1">
            <a:off x="0" y="3871209"/>
            <a:ext cx="1024127" cy="135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8E6E8DC-6311-BC4A-0332-7DFE9D675001}"/>
              </a:ext>
            </a:extLst>
          </p:cNvPr>
          <p:cNvCxnSpPr>
            <a:cxnSpLocks/>
          </p:cNvCxnSpPr>
          <p:nvPr/>
        </p:nvCxnSpPr>
        <p:spPr>
          <a:xfrm>
            <a:off x="-5703" y="4003203"/>
            <a:ext cx="1049803" cy="291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BC3A7FB-41D5-2D88-9017-CFEF639F0861}"/>
              </a:ext>
            </a:extLst>
          </p:cNvPr>
          <p:cNvCxnSpPr>
            <a:cxnSpLocks/>
          </p:cNvCxnSpPr>
          <p:nvPr/>
        </p:nvCxnSpPr>
        <p:spPr>
          <a:xfrm>
            <a:off x="11404" y="3972232"/>
            <a:ext cx="1038399" cy="6784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E4582A2D-0817-D158-230E-39D20376B1A7}"/>
              </a:ext>
            </a:extLst>
          </p:cNvPr>
          <p:cNvCxnSpPr>
            <a:cxnSpLocks/>
          </p:cNvCxnSpPr>
          <p:nvPr/>
        </p:nvCxnSpPr>
        <p:spPr>
          <a:xfrm>
            <a:off x="-25676" y="3892100"/>
            <a:ext cx="1049803" cy="1455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F48CE82-6F79-4AD6-48D9-E04FFA0E7036}"/>
              </a:ext>
            </a:extLst>
          </p:cNvPr>
          <p:cNvCxnSpPr>
            <a:cxnSpLocks/>
          </p:cNvCxnSpPr>
          <p:nvPr/>
        </p:nvCxnSpPr>
        <p:spPr>
          <a:xfrm>
            <a:off x="-8260" y="3938927"/>
            <a:ext cx="1024127" cy="10471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1B12B50-038E-452E-EC29-8D202F5B5248}"/>
              </a:ext>
            </a:extLst>
          </p:cNvPr>
          <p:cNvCxnSpPr>
            <a:cxnSpLocks/>
          </p:cNvCxnSpPr>
          <p:nvPr/>
        </p:nvCxnSpPr>
        <p:spPr>
          <a:xfrm>
            <a:off x="28201" y="3938927"/>
            <a:ext cx="1024127" cy="18337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784C554-251F-5CE1-BE4B-AF8B0024A0BA}"/>
              </a:ext>
            </a:extLst>
          </p:cNvPr>
          <p:cNvCxnSpPr>
            <a:cxnSpLocks/>
          </p:cNvCxnSpPr>
          <p:nvPr/>
        </p:nvCxnSpPr>
        <p:spPr>
          <a:xfrm>
            <a:off x="28201" y="3972232"/>
            <a:ext cx="1035563" cy="2120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4A1AC63C-1501-6D7A-64BE-6E85F267E4E7}"/>
              </a:ext>
            </a:extLst>
          </p:cNvPr>
          <p:cNvCxnSpPr>
            <a:cxnSpLocks/>
          </p:cNvCxnSpPr>
          <p:nvPr/>
        </p:nvCxnSpPr>
        <p:spPr>
          <a:xfrm>
            <a:off x="9181845" y="3029527"/>
            <a:ext cx="633487" cy="3650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66401F22-373F-449C-5B01-EDCD0F0C62EA}"/>
              </a:ext>
            </a:extLst>
          </p:cNvPr>
          <p:cNvSpPr txBox="1"/>
          <p:nvPr/>
        </p:nvSpPr>
        <p:spPr>
          <a:xfrm>
            <a:off x="9908351" y="3212057"/>
            <a:ext cx="1915324" cy="2970044"/>
          </a:xfrm>
          <a:prstGeom prst="rect">
            <a:avLst/>
          </a:prstGeom>
          <a:noFill/>
        </p:spPr>
        <p:txBody>
          <a:bodyPr wrap="square">
            <a:spAutoFit/>
          </a:bodyPr>
          <a:lstStyle/>
          <a:p>
            <a:r>
              <a:rPr lang="en-IN" sz="1700" dirty="0"/>
              <a:t>Image Code</a:t>
            </a:r>
          </a:p>
          <a:p>
            <a:r>
              <a:rPr lang="en-IN" sz="1700" dirty="0"/>
              <a:t>Caption Code</a:t>
            </a:r>
          </a:p>
          <a:p>
            <a:endParaRPr lang="en-IN" sz="1700" dirty="0"/>
          </a:p>
          <a:p>
            <a:endParaRPr lang="en-IN" sz="1700" dirty="0"/>
          </a:p>
          <a:p>
            <a:r>
              <a:rPr lang="en-IN" sz="1700" dirty="0"/>
              <a:t>(Featured tools:</a:t>
            </a:r>
            <a:br>
              <a:rPr lang="en-IN" sz="1700" dirty="0"/>
            </a:br>
            <a:r>
              <a:rPr lang="en-IN" sz="1700" dirty="0"/>
              <a:t>Rotate and adjust size and colour of text and image.)</a:t>
            </a:r>
          </a:p>
          <a:p>
            <a:endParaRPr lang="en-IN" sz="1700" dirty="0"/>
          </a:p>
          <a:p>
            <a:r>
              <a:rPr lang="en-IN" sz="1700" dirty="0">
                <a:solidFill>
                  <a:srgbClr val="00B0F0"/>
                </a:solidFill>
              </a:rPr>
              <a:t>Download for Free</a:t>
            </a:r>
          </a:p>
          <a:p>
            <a:endParaRPr lang="en-IN" sz="1700" dirty="0"/>
          </a:p>
        </p:txBody>
      </p:sp>
      <p:sp>
        <p:nvSpPr>
          <p:cNvPr id="49" name="Title 1">
            <a:extLst>
              <a:ext uri="{FF2B5EF4-FFF2-40B4-BE49-F238E27FC236}">
                <a16:creationId xmlns:a16="http://schemas.microsoft.com/office/drawing/2014/main" id="{8CFA1D64-D6AE-DAC3-99A1-B37CB8D7A768}"/>
              </a:ext>
            </a:extLst>
          </p:cNvPr>
          <p:cNvSpPr txBox="1">
            <a:spLocks/>
          </p:cNvSpPr>
          <p:nvPr/>
        </p:nvSpPr>
        <p:spPr>
          <a:xfrm>
            <a:off x="7018191" y="1290589"/>
            <a:ext cx="893306" cy="1279630"/>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r>
              <a:rPr lang="en-IN" dirty="0"/>
              <a:t>3.1</a:t>
            </a:r>
          </a:p>
        </p:txBody>
      </p:sp>
      <p:sp>
        <p:nvSpPr>
          <p:cNvPr id="51" name="Title 1">
            <a:extLst>
              <a:ext uri="{FF2B5EF4-FFF2-40B4-BE49-F238E27FC236}">
                <a16:creationId xmlns:a16="http://schemas.microsoft.com/office/drawing/2014/main" id="{9D3D8AB9-C453-EDE6-3F30-1925B05E0075}"/>
              </a:ext>
            </a:extLst>
          </p:cNvPr>
          <p:cNvSpPr txBox="1">
            <a:spLocks/>
          </p:cNvSpPr>
          <p:nvPr/>
        </p:nvSpPr>
        <p:spPr>
          <a:xfrm>
            <a:off x="9391965" y="2602937"/>
            <a:ext cx="789684" cy="741327"/>
          </a:xfrm>
          <a:prstGeom prst="rect">
            <a:avLst/>
          </a:prstGeom>
        </p:spPr>
        <p:txBody>
          <a:bodyPr vert="horz" lIns="91440" tIns="45720" rIns="91440" bIns="45720" rtlCol="0" anchor="ctr">
            <a:normAutofit fontScale="92500"/>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r>
              <a:rPr lang="en-IN" dirty="0"/>
              <a:t>3.2</a:t>
            </a:r>
          </a:p>
        </p:txBody>
      </p:sp>
      <p:pic>
        <p:nvPicPr>
          <p:cNvPr id="57" name="Graphic 56" descr="Cursor with solid fill">
            <a:extLst>
              <a:ext uri="{FF2B5EF4-FFF2-40B4-BE49-F238E27FC236}">
                <a16:creationId xmlns:a16="http://schemas.microsoft.com/office/drawing/2014/main" id="{387D1EDC-A95F-724B-A5E4-A75374A716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99658" y="3021689"/>
            <a:ext cx="392307" cy="392307"/>
          </a:xfrm>
          <a:prstGeom prst="rect">
            <a:avLst/>
          </a:prstGeom>
        </p:spPr>
      </p:pic>
      <p:pic>
        <p:nvPicPr>
          <p:cNvPr id="59" name="Graphic 58" descr="Cursor with solid fill">
            <a:extLst>
              <a:ext uri="{FF2B5EF4-FFF2-40B4-BE49-F238E27FC236}">
                <a16:creationId xmlns:a16="http://schemas.microsoft.com/office/drawing/2014/main" id="{9049BF1A-BC84-8F77-6F26-4CCF286F2B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67873" y="5789794"/>
            <a:ext cx="392307" cy="392307"/>
          </a:xfrm>
          <a:prstGeom prst="rect">
            <a:avLst/>
          </a:prstGeom>
        </p:spPr>
      </p:pic>
      <p:sp>
        <p:nvSpPr>
          <p:cNvPr id="61" name="TextBox 60">
            <a:extLst>
              <a:ext uri="{FF2B5EF4-FFF2-40B4-BE49-F238E27FC236}">
                <a16:creationId xmlns:a16="http://schemas.microsoft.com/office/drawing/2014/main" id="{88E1FA5A-1CD4-C800-798A-9CF7C796A807}"/>
              </a:ext>
            </a:extLst>
          </p:cNvPr>
          <p:cNvSpPr txBox="1"/>
          <p:nvPr/>
        </p:nvSpPr>
        <p:spPr>
          <a:xfrm>
            <a:off x="8726227" y="6142320"/>
            <a:ext cx="3453114" cy="338554"/>
          </a:xfrm>
          <a:prstGeom prst="rect">
            <a:avLst/>
          </a:prstGeom>
          <a:noFill/>
        </p:spPr>
        <p:txBody>
          <a:bodyPr wrap="square">
            <a:spAutoFit/>
          </a:bodyPr>
          <a:lstStyle/>
          <a:p>
            <a:r>
              <a:rPr lang="en-IN" sz="1600" i="1" dirty="0"/>
              <a:t>Note: Instructions for printout and use</a:t>
            </a:r>
          </a:p>
        </p:txBody>
      </p:sp>
      <p:pic>
        <p:nvPicPr>
          <p:cNvPr id="4" name="Graphic 3" descr="Fire with solid fill">
            <a:extLst>
              <a:ext uri="{FF2B5EF4-FFF2-40B4-BE49-F238E27FC236}">
                <a16:creationId xmlns:a16="http://schemas.microsoft.com/office/drawing/2014/main" id="{FC1C5D77-1CDE-BA0A-EE39-637D4E640C7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41573" y="4311445"/>
            <a:ext cx="208220" cy="208220"/>
          </a:xfrm>
          <a:prstGeom prst="rect">
            <a:avLst/>
          </a:prstGeom>
        </p:spPr>
      </p:pic>
      <p:pic>
        <p:nvPicPr>
          <p:cNvPr id="5" name="Picture 4" descr="Lark - Free vector silhouettes on creazilla.com">
            <a:extLst>
              <a:ext uri="{FF2B5EF4-FFF2-40B4-BE49-F238E27FC236}">
                <a16:creationId xmlns:a16="http://schemas.microsoft.com/office/drawing/2014/main" id="{13B42A59-971F-BE19-EB99-66D3D4EE4168}"/>
              </a:ext>
            </a:extLst>
          </p:cNvPr>
          <p:cNvPicPr>
            <a:picLocks noChangeAspect="1"/>
          </p:cNvPicPr>
          <p:nvPr/>
        </p:nvPicPr>
        <p:blipFill>
          <a:blip r:embed="rId5">
            <a:extLst>
              <a:ext uri="{BEBA8EAE-BF5A-486C-A8C5-ECC9F3942E4B}">
                <a14:imgProps xmlns:a14="http://schemas.microsoft.com/office/drawing/2010/main">
                  <a14:imgLayer r:embed="rId6">
                    <a14:imgEffect>
                      <a14:saturation sat="66000"/>
                    </a14:imgEffect>
                  </a14:imgLayer>
                </a14:imgProps>
              </a:ext>
            </a:extLst>
          </a:blip>
          <a:stretch>
            <a:fillRect/>
          </a:stretch>
        </p:blipFill>
        <p:spPr>
          <a:xfrm>
            <a:off x="157014" y="759001"/>
            <a:ext cx="939973" cy="1089463"/>
          </a:xfrm>
          <a:prstGeom prst="rect">
            <a:avLst/>
          </a:prstGeom>
        </p:spPr>
      </p:pic>
    </p:spTree>
    <p:extLst>
      <p:ext uri="{BB962C8B-B14F-4D97-AF65-F5344CB8AC3E}">
        <p14:creationId xmlns:p14="http://schemas.microsoft.com/office/powerpoint/2010/main" val="6063190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A4CCB-13A5-44EA-269F-72FD1B6351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B6777-1197-3332-93E8-EB09B5A6F370}"/>
              </a:ext>
            </a:extLst>
          </p:cNvPr>
          <p:cNvSpPr>
            <a:spLocks noGrp="1"/>
          </p:cNvSpPr>
          <p:nvPr>
            <p:ph type="title"/>
          </p:nvPr>
        </p:nvSpPr>
        <p:spPr/>
        <p:txBody>
          <a:bodyPr/>
          <a:lstStyle/>
          <a:p>
            <a:r>
              <a:rPr lang="en-IN" dirty="0"/>
              <a:t> 3</a:t>
            </a:r>
          </a:p>
        </p:txBody>
      </p:sp>
      <p:sp>
        <p:nvSpPr>
          <p:cNvPr id="14" name="Content Placeholder 2">
            <a:extLst>
              <a:ext uri="{FF2B5EF4-FFF2-40B4-BE49-F238E27FC236}">
                <a16:creationId xmlns:a16="http://schemas.microsoft.com/office/drawing/2014/main" id="{3C05C688-CDC7-7488-4636-5D27A05ADC6B}"/>
              </a:ext>
            </a:extLst>
          </p:cNvPr>
          <p:cNvSpPr>
            <a:spLocks noGrp="1"/>
          </p:cNvSpPr>
          <p:nvPr>
            <p:ph sz="half" idx="1"/>
          </p:nvPr>
        </p:nvSpPr>
        <p:spPr>
          <a:xfrm>
            <a:off x="1024127" y="2337659"/>
            <a:ext cx="4754880" cy="4023360"/>
          </a:xfrm>
        </p:spPr>
        <p:txBody>
          <a:bodyPr>
            <a:normAutofit fontScale="85000" lnSpcReduction="20000"/>
          </a:bodyPr>
          <a:lstStyle/>
          <a:p>
            <a:pPr lvl="0">
              <a:buFont typeface="Arial" panose="020B0604020202020204" pitchFamily="34" charset="0"/>
              <a:buChar char="•"/>
            </a:pPr>
            <a:r>
              <a:rPr lang="en-IN" sz="2000" dirty="0"/>
              <a:t> Badge</a:t>
            </a:r>
          </a:p>
          <a:p>
            <a:pPr lvl="0">
              <a:buFont typeface="Arial" panose="020B0604020202020204" pitchFamily="34" charset="0"/>
              <a:buChar char="•"/>
            </a:pPr>
            <a:r>
              <a:rPr lang="en-IN" sz="2000" dirty="0"/>
              <a:t> Caricature</a:t>
            </a:r>
          </a:p>
          <a:p>
            <a:pPr lvl="0">
              <a:buFont typeface="Arial" panose="020B0604020202020204" pitchFamily="34" charset="0"/>
              <a:buChar char="•"/>
            </a:pPr>
            <a:r>
              <a:rPr lang="en-IN" sz="2000" dirty="0"/>
              <a:t> Cartoon</a:t>
            </a:r>
          </a:p>
          <a:p>
            <a:pPr lvl="0">
              <a:buFont typeface="Arial" panose="020B0604020202020204" pitchFamily="34" charset="0"/>
              <a:buChar char="•"/>
            </a:pPr>
            <a:r>
              <a:rPr lang="en-IN" sz="2000" dirty="0"/>
              <a:t> Flyer</a:t>
            </a:r>
          </a:p>
          <a:p>
            <a:pPr lvl="0">
              <a:buFont typeface="Arial" panose="020B0604020202020204" pitchFamily="34" charset="0"/>
              <a:buChar char="•"/>
            </a:pPr>
            <a:r>
              <a:rPr lang="en-IN" sz="2000" dirty="0"/>
              <a:t> Meme</a:t>
            </a:r>
          </a:p>
          <a:p>
            <a:pPr lvl="0">
              <a:buFont typeface="Arial" panose="020B0604020202020204" pitchFamily="34" charset="0"/>
              <a:buChar char="•"/>
            </a:pPr>
            <a:r>
              <a:rPr lang="en-IN" sz="2000" dirty="0"/>
              <a:t> Portrait</a:t>
            </a:r>
          </a:p>
          <a:p>
            <a:pPr lvl="0">
              <a:buFont typeface="Arial" panose="020B0604020202020204" pitchFamily="34" charset="0"/>
              <a:buChar char="•"/>
            </a:pPr>
            <a:r>
              <a:rPr lang="en-IN" sz="2000" dirty="0"/>
              <a:t> </a:t>
            </a:r>
            <a:r>
              <a:rPr lang="en-IN" sz="2000" dirty="0">
                <a:highlight>
                  <a:srgbClr val="FFFF00"/>
                </a:highlight>
              </a:rPr>
              <a:t>Poster/Placard</a:t>
            </a:r>
          </a:p>
          <a:p>
            <a:pPr lvl="0">
              <a:buFont typeface="Arial" panose="020B0604020202020204" pitchFamily="34" charset="0"/>
              <a:buChar char="•"/>
            </a:pPr>
            <a:r>
              <a:rPr lang="en-IN" sz="2000" dirty="0"/>
              <a:t> Stencil</a:t>
            </a:r>
          </a:p>
          <a:p>
            <a:pPr lvl="0">
              <a:buFont typeface="Arial" panose="020B0604020202020204" pitchFamily="34" charset="0"/>
              <a:buChar char="•"/>
            </a:pPr>
            <a:r>
              <a:rPr lang="en-IN" sz="2000" dirty="0"/>
              <a:t> Sticker</a:t>
            </a:r>
          </a:p>
          <a:p>
            <a:pPr lvl="0">
              <a:buFont typeface="Arial" panose="020B0604020202020204" pitchFamily="34" charset="0"/>
              <a:buChar char="•"/>
            </a:pPr>
            <a:r>
              <a:rPr lang="en-IN" sz="2000" dirty="0"/>
              <a:t> CREATE YOUR OWN CAMPAIGN MATERIAL</a:t>
            </a:r>
          </a:p>
          <a:p>
            <a:pPr lvl="0">
              <a:buFont typeface="Arial" panose="020B0604020202020204" pitchFamily="34" charset="0"/>
              <a:buChar char="•"/>
            </a:pPr>
            <a:r>
              <a:rPr lang="en-IN" sz="2000" b="1" dirty="0"/>
              <a:t> UPLOAD YOUR OWN ART AND DESIGN </a:t>
            </a:r>
          </a:p>
          <a:p>
            <a:pPr>
              <a:buFont typeface="Arial" panose="020B0604020202020204" pitchFamily="34" charset="0"/>
              <a:buChar char="•"/>
            </a:pPr>
            <a:endParaRPr lang="en-IN" sz="2000" dirty="0"/>
          </a:p>
        </p:txBody>
      </p:sp>
      <p:cxnSp>
        <p:nvCxnSpPr>
          <p:cNvPr id="6" name="Straight Arrow Connector 5">
            <a:extLst>
              <a:ext uri="{FF2B5EF4-FFF2-40B4-BE49-F238E27FC236}">
                <a16:creationId xmlns:a16="http://schemas.microsoft.com/office/drawing/2014/main" id="{F836C2A1-16CD-5E8F-1E05-5F1E51631D34}"/>
              </a:ext>
            </a:extLst>
          </p:cNvPr>
          <p:cNvCxnSpPr>
            <a:cxnSpLocks/>
          </p:cNvCxnSpPr>
          <p:nvPr/>
        </p:nvCxnSpPr>
        <p:spPr>
          <a:xfrm flipV="1">
            <a:off x="4878614" y="3394587"/>
            <a:ext cx="2050295" cy="2742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3" name="Graphic 32" descr="Cursor with solid fill">
            <a:extLst>
              <a:ext uri="{FF2B5EF4-FFF2-40B4-BE49-F238E27FC236}">
                <a16:creationId xmlns:a16="http://schemas.microsoft.com/office/drawing/2014/main" id="{AC5205C4-8F26-6246-FAA3-AE48795BD9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56339" y="6071428"/>
            <a:ext cx="392307" cy="392307"/>
          </a:xfrm>
          <a:prstGeom prst="rect">
            <a:avLst/>
          </a:prstGeom>
        </p:spPr>
      </p:pic>
      <p:sp>
        <p:nvSpPr>
          <p:cNvPr id="8" name="TextBox 7">
            <a:extLst>
              <a:ext uri="{FF2B5EF4-FFF2-40B4-BE49-F238E27FC236}">
                <a16:creationId xmlns:a16="http://schemas.microsoft.com/office/drawing/2014/main" id="{4DF67AA5-2BEE-0F43-6834-27E2E850A05F}"/>
              </a:ext>
            </a:extLst>
          </p:cNvPr>
          <p:cNvSpPr txBox="1"/>
          <p:nvPr/>
        </p:nvSpPr>
        <p:spPr>
          <a:xfrm>
            <a:off x="6563393" y="2919010"/>
            <a:ext cx="4655675" cy="384721"/>
          </a:xfrm>
          <a:prstGeom prst="rect">
            <a:avLst/>
          </a:prstGeom>
          <a:noFill/>
        </p:spPr>
        <p:txBody>
          <a:bodyPr wrap="square">
            <a:spAutoFit/>
          </a:bodyPr>
          <a:lstStyle/>
          <a:p>
            <a:r>
              <a:rPr lang="en-IN" sz="1900" dirty="0"/>
              <a:t>Choose format </a:t>
            </a:r>
          </a:p>
        </p:txBody>
      </p:sp>
      <p:sp>
        <p:nvSpPr>
          <p:cNvPr id="10" name="TextBox 9">
            <a:extLst>
              <a:ext uri="{FF2B5EF4-FFF2-40B4-BE49-F238E27FC236}">
                <a16:creationId xmlns:a16="http://schemas.microsoft.com/office/drawing/2014/main" id="{B81F211E-5171-F9A0-02B1-1A8D37E2E625}"/>
              </a:ext>
            </a:extLst>
          </p:cNvPr>
          <p:cNvSpPr txBox="1"/>
          <p:nvPr/>
        </p:nvSpPr>
        <p:spPr>
          <a:xfrm>
            <a:off x="8206899" y="1562250"/>
            <a:ext cx="2107940" cy="2862322"/>
          </a:xfrm>
          <a:prstGeom prst="rect">
            <a:avLst/>
          </a:prstGeom>
          <a:noFill/>
        </p:spPr>
        <p:txBody>
          <a:bodyPr wrap="square">
            <a:spAutoFit/>
          </a:bodyPr>
          <a:lstStyle/>
          <a:p>
            <a:pPr indent="-91440">
              <a:buClr>
                <a:schemeClr val="accent1"/>
              </a:buClr>
              <a:buSzPct val="100000"/>
              <a:buFont typeface="Arial" panose="020B0604020202020204" pitchFamily="34" charset="0"/>
              <a:buChar char="•"/>
            </a:pPr>
            <a:r>
              <a:rPr lang="en-IN" sz="2000" dirty="0"/>
              <a:t> Badge</a:t>
            </a:r>
          </a:p>
          <a:p>
            <a:pPr indent="-91440">
              <a:buClr>
                <a:schemeClr val="accent1"/>
              </a:buClr>
              <a:buSzPct val="100000"/>
              <a:buFont typeface="Arial" panose="020B0604020202020204" pitchFamily="34" charset="0"/>
              <a:buChar char="•"/>
            </a:pPr>
            <a:r>
              <a:rPr lang="en-IN" sz="2000" dirty="0"/>
              <a:t> Caricature</a:t>
            </a:r>
          </a:p>
          <a:p>
            <a:pPr indent="-91440">
              <a:buClr>
                <a:schemeClr val="accent1"/>
              </a:buClr>
              <a:buSzPct val="100000"/>
              <a:buFont typeface="Arial" panose="020B0604020202020204" pitchFamily="34" charset="0"/>
              <a:buChar char="•"/>
            </a:pPr>
            <a:r>
              <a:rPr lang="en-IN" sz="2000" dirty="0"/>
              <a:t> Cartoon</a:t>
            </a:r>
          </a:p>
          <a:p>
            <a:pPr indent="-91440">
              <a:buClr>
                <a:schemeClr val="accent1"/>
              </a:buClr>
              <a:buSzPct val="100000"/>
              <a:buFont typeface="Arial" panose="020B0604020202020204" pitchFamily="34" charset="0"/>
              <a:buChar char="•"/>
            </a:pPr>
            <a:r>
              <a:rPr lang="en-IN" sz="2000" dirty="0"/>
              <a:t> Meme</a:t>
            </a:r>
          </a:p>
          <a:p>
            <a:pPr indent="-91440">
              <a:buClr>
                <a:schemeClr val="accent1"/>
              </a:buClr>
              <a:buSzPct val="100000"/>
              <a:buFont typeface="Arial" panose="020B0604020202020204" pitchFamily="34" charset="0"/>
              <a:buChar char="•"/>
            </a:pPr>
            <a:r>
              <a:rPr lang="en-IN" sz="2000" dirty="0"/>
              <a:t> Portrait</a:t>
            </a:r>
          </a:p>
          <a:p>
            <a:pPr indent="-91440">
              <a:buClr>
                <a:schemeClr val="accent1"/>
              </a:buClr>
              <a:buSzPct val="100000"/>
              <a:buFont typeface="Arial" panose="020B0604020202020204" pitchFamily="34" charset="0"/>
              <a:buChar char="•"/>
            </a:pPr>
            <a:r>
              <a:rPr lang="en-IN" sz="2000" dirty="0"/>
              <a:t> Poster/Placard</a:t>
            </a:r>
          </a:p>
          <a:p>
            <a:pPr indent="-91440">
              <a:buClr>
                <a:schemeClr val="accent1"/>
              </a:buClr>
              <a:buSzPct val="100000"/>
              <a:buFont typeface="Arial" panose="020B0604020202020204" pitchFamily="34" charset="0"/>
              <a:buChar char="•"/>
            </a:pPr>
            <a:r>
              <a:rPr lang="en-IN" sz="2000" dirty="0"/>
              <a:t> Stencil</a:t>
            </a:r>
          </a:p>
          <a:p>
            <a:pPr indent="-91440">
              <a:buClr>
                <a:schemeClr val="accent1"/>
              </a:buClr>
              <a:buSzPct val="100000"/>
              <a:buFont typeface="Arial" panose="020B0604020202020204" pitchFamily="34" charset="0"/>
              <a:buChar char="•"/>
            </a:pPr>
            <a:r>
              <a:rPr lang="en-IN" sz="2000" dirty="0"/>
              <a:t> Sticker</a:t>
            </a:r>
          </a:p>
          <a:p>
            <a:pPr indent="-91440">
              <a:buClr>
                <a:schemeClr val="accent1"/>
              </a:buClr>
              <a:buSzPct val="100000"/>
              <a:buFont typeface="Arial" panose="020B0604020202020204" pitchFamily="34" charset="0"/>
              <a:buChar char="•"/>
            </a:pPr>
            <a:r>
              <a:rPr lang="en-IN" sz="2000" dirty="0"/>
              <a:t> Zine</a:t>
            </a:r>
          </a:p>
        </p:txBody>
      </p:sp>
      <p:cxnSp>
        <p:nvCxnSpPr>
          <p:cNvPr id="16" name="Straight Arrow Connector 15">
            <a:extLst>
              <a:ext uri="{FF2B5EF4-FFF2-40B4-BE49-F238E27FC236}">
                <a16:creationId xmlns:a16="http://schemas.microsoft.com/office/drawing/2014/main" id="{F95A4905-E84E-F052-4955-CC43FB7E299E}"/>
              </a:ext>
            </a:extLst>
          </p:cNvPr>
          <p:cNvCxnSpPr>
            <a:cxnSpLocks/>
          </p:cNvCxnSpPr>
          <p:nvPr/>
        </p:nvCxnSpPr>
        <p:spPr>
          <a:xfrm flipV="1">
            <a:off x="0" y="2377859"/>
            <a:ext cx="1024127" cy="15943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C5EDE80-0710-434B-F5A1-BC87360B48E4}"/>
              </a:ext>
            </a:extLst>
          </p:cNvPr>
          <p:cNvCxnSpPr>
            <a:cxnSpLocks/>
          </p:cNvCxnSpPr>
          <p:nvPr/>
        </p:nvCxnSpPr>
        <p:spPr>
          <a:xfrm flipV="1">
            <a:off x="0" y="2782529"/>
            <a:ext cx="1038399" cy="1224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E2B80CB-4C0D-AB0D-4AE9-9E8BC48F8313}"/>
              </a:ext>
            </a:extLst>
          </p:cNvPr>
          <p:cNvCxnSpPr>
            <a:cxnSpLocks/>
          </p:cNvCxnSpPr>
          <p:nvPr/>
        </p:nvCxnSpPr>
        <p:spPr>
          <a:xfrm flipV="1">
            <a:off x="0" y="3146323"/>
            <a:ext cx="1024127" cy="8259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32C204B-681A-0793-BE50-B58E4403ED9C}"/>
              </a:ext>
            </a:extLst>
          </p:cNvPr>
          <p:cNvCxnSpPr>
            <a:cxnSpLocks/>
          </p:cNvCxnSpPr>
          <p:nvPr/>
        </p:nvCxnSpPr>
        <p:spPr>
          <a:xfrm flipV="1">
            <a:off x="0" y="3559277"/>
            <a:ext cx="1024127" cy="447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72B9F12-7946-8F50-A750-212FC0A829B9}"/>
              </a:ext>
            </a:extLst>
          </p:cNvPr>
          <p:cNvCxnSpPr>
            <a:cxnSpLocks/>
          </p:cNvCxnSpPr>
          <p:nvPr/>
        </p:nvCxnSpPr>
        <p:spPr>
          <a:xfrm flipV="1">
            <a:off x="0" y="3871209"/>
            <a:ext cx="1024127" cy="135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4AE3084-F94D-7D7C-962A-7B99E8CEF00B}"/>
              </a:ext>
            </a:extLst>
          </p:cNvPr>
          <p:cNvCxnSpPr>
            <a:cxnSpLocks/>
          </p:cNvCxnSpPr>
          <p:nvPr/>
        </p:nvCxnSpPr>
        <p:spPr>
          <a:xfrm>
            <a:off x="-5703" y="4003203"/>
            <a:ext cx="1049803" cy="291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81E61A6-F8B5-E0F1-C410-A134B735FE89}"/>
              </a:ext>
            </a:extLst>
          </p:cNvPr>
          <p:cNvCxnSpPr>
            <a:cxnSpLocks/>
          </p:cNvCxnSpPr>
          <p:nvPr/>
        </p:nvCxnSpPr>
        <p:spPr>
          <a:xfrm>
            <a:off x="11404" y="3972232"/>
            <a:ext cx="1038399" cy="6784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E8DB8C04-3E8E-1007-D230-12907D4BE963}"/>
              </a:ext>
            </a:extLst>
          </p:cNvPr>
          <p:cNvCxnSpPr>
            <a:cxnSpLocks/>
          </p:cNvCxnSpPr>
          <p:nvPr/>
        </p:nvCxnSpPr>
        <p:spPr>
          <a:xfrm>
            <a:off x="-25676" y="3892100"/>
            <a:ext cx="1049803" cy="1455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B37F0F8-D3D1-1BC7-1D85-17D3E378E172}"/>
              </a:ext>
            </a:extLst>
          </p:cNvPr>
          <p:cNvCxnSpPr>
            <a:cxnSpLocks/>
          </p:cNvCxnSpPr>
          <p:nvPr/>
        </p:nvCxnSpPr>
        <p:spPr>
          <a:xfrm>
            <a:off x="-8260" y="3938927"/>
            <a:ext cx="1024127" cy="10471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D7FF868E-4433-3E9C-2765-7DFFB161EE62}"/>
              </a:ext>
            </a:extLst>
          </p:cNvPr>
          <p:cNvCxnSpPr>
            <a:cxnSpLocks/>
          </p:cNvCxnSpPr>
          <p:nvPr/>
        </p:nvCxnSpPr>
        <p:spPr>
          <a:xfrm>
            <a:off x="28201" y="3938927"/>
            <a:ext cx="1024127" cy="18337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B612F90-758D-B8F8-AC6A-A1CEE6BC1765}"/>
              </a:ext>
            </a:extLst>
          </p:cNvPr>
          <p:cNvCxnSpPr>
            <a:cxnSpLocks/>
          </p:cNvCxnSpPr>
          <p:nvPr/>
        </p:nvCxnSpPr>
        <p:spPr>
          <a:xfrm>
            <a:off x="28201" y="3972232"/>
            <a:ext cx="1035563" cy="2120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itle 1">
            <a:extLst>
              <a:ext uri="{FF2B5EF4-FFF2-40B4-BE49-F238E27FC236}">
                <a16:creationId xmlns:a16="http://schemas.microsoft.com/office/drawing/2014/main" id="{5551A47D-80B4-282C-279C-9BC5CD3E4C7D}"/>
              </a:ext>
            </a:extLst>
          </p:cNvPr>
          <p:cNvSpPr txBox="1">
            <a:spLocks/>
          </p:cNvSpPr>
          <p:nvPr/>
        </p:nvSpPr>
        <p:spPr>
          <a:xfrm>
            <a:off x="6822075" y="2134366"/>
            <a:ext cx="893306" cy="1279630"/>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r>
              <a:rPr lang="en-IN" dirty="0"/>
              <a:t>3.1</a:t>
            </a:r>
          </a:p>
        </p:txBody>
      </p:sp>
      <p:sp>
        <p:nvSpPr>
          <p:cNvPr id="5" name="TextBox 4">
            <a:extLst>
              <a:ext uri="{FF2B5EF4-FFF2-40B4-BE49-F238E27FC236}">
                <a16:creationId xmlns:a16="http://schemas.microsoft.com/office/drawing/2014/main" id="{3D73D1E8-7EA9-866F-A712-DBA5DDA6261C}"/>
              </a:ext>
            </a:extLst>
          </p:cNvPr>
          <p:cNvSpPr txBox="1"/>
          <p:nvPr/>
        </p:nvSpPr>
        <p:spPr>
          <a:xfrm>
            <a:off x="2534181" y="6413608"/>
            <a:ext cx="6105644" cy="338554"/>
          </a:xfrm>
          <a:prstGeom prst="rect">
            <a:avLst/>
          </a:prstGeom>
          <a:noFill/>
        </p:spPr>
        <p:txBody>
          <a:bodyPr wrap="square">
            <a:spAutoFit/>
          </a:bodyPr>
          <a:lstStyle/>
          <a:p>
            <a:r>
              <a:rPr lang="en-IN" sz="1600" i="1" dirty="0"/>
              <a:t>Note: Your artwork will be featured after the website admin review</a:t>
            </a:r>
          </a:p>
        </p:txBody>
      </p:sp>
      <p:pic>
        <p:nvPicPr>
          <p:cNvPr id="4" name="Graphic 3" descr="Fire with solid fill">
            <a:extLst>
              <a:ext uri="{FF2B5EF4-FFF2-40B4-BE49-F238E27FC236}">
                <a16:creationId xmlns:a16="http://schemas.microsoft.com/office/drawing/2014/main" id="{C86938C1-9708-8398-050F-8445CD8515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41573" y="4311445"/>
            <a:ext cx="208220" cy="208220"/>
          </a:xfrm>
          <a:prstGeom prst="rect">
            <a:avLst/>
          </a:prstGeom>
        </p:spPr>
      </p:pic>
      <p:pic>
        <p:nvPicPr>
          <p:cNvPr id="7" name="Picture 6" descr="Lark - Free vector silhouettes on creazilla.com">
            <a:extLst>
              <a:ext uri="{FF2B5EF4-FFF2-40B4-BE49-F238E27FC236}">
                <a16:creationId xmlns:a16="http://schemas.microsoft.com/office/drawing/2014/main" id="{90E7266B-6253-ABE2-76E4-D00584544FA3}"/>
              </a:ext>
            </a:extLst>
          </p:cNvPr>
          <p:cNvPicPr>
            <a:picLocks noChangeAspect="1"/>
          </p:cNvPicPr>
          <p:nvPr/>
        </p:nvPicPr>
        <p:blipFill>
          <a:blip r:embed="rId5">
            <a:extLst>
              <a:ext uri="{BEBA8EAE-BF5A-486C-A8C5-ECC9F3942E4B}">
                <a14:imgProps xmlns:a14="http://schemas.microsoft.com/office/drawing/2010/main">
                  <a14:imgLayer r:embed="rId6">
                    <a14:imgEffect>
                      <a14:saturation sat="66000"/>
                    </a14:imgEffect>
                  </a14:imgLayer>
                </a14:imgProps>
              </a:ext>
            </a:extLst>
          </a:blip>
          <a:stretch>
            <a:fillRect/>
          </a:stretch>
        </p:blipFill>
        <p:spPr>
          <a:xfrm>
            <a:off x="157014" y="759001"/>
            <a:ext cx="939973" cy="1089463"/>
          </a:xfrm>
          <a:prstGeom prst="rect">
            <a:avLst/>
          </a:prstGeom>
        </p:spPr>
      </p:pic>
    </p:spTree>
    <p:extLst>
      <p:ext uri="{BB962C8B-B14F-4D97-AF65-F5344CB8AC3E}">
        <p14:creationId xmlns:p14="http://schemas.microsoft.com/office/powerpoint/2010/main" val="1780529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37090-B95B-9455-25B6-A4AD9E61E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92D063-0A71-04A1-983D-75E60CD7123B}"/>
              </a:ext>
            </a:extLst>
          </p:cNvPr>
          <p:cNvSpPr>
            <a:spLocks noGrp="1"/>
          </p:cNvSpPr>
          <p:nvPr>
            <p:ph type="title"/>
          </p:nvPr>
        </p:nvSpPr>
        <p:spPr/>
        <p:txBody>
          <a:bodyPr/>
          <a:lstStyle/>
          <a:p>
            <a:r>
              <a:rPr lang="en-IN" dirty="0"/>
              <a:t> 3 </a:t>
            </a:r>
          </a:p>
        </p:txBody>
      </p:sp>
      <p:sp>
        <p:nvSpPr>
          <p:cNvPr id="14" name="Content Placeholder 2">
            <a:extLst>
              <a:ext uri="{FF2B5EF4-FFF2-40B4-BE49-F238E27FC236}">
                <a16:creationId xmlns:a16="http://schemas.microsoft.com/office/drawing/2014/main" id="{B50546F4-5E58-04EC-EA46-55B39EEC74A0}"/>
              </a:ext>
            </a:extLst>
          </p:cNvPr>
          <p:cNvSpPr>
            <a:spLocks noGrp="1"/>
          </p:cNvSpPr>
          <p:nvPr>
            <p:ph sz="half" idx="1"/>
          </p:nvPr>
        </p:nvSpPr>
        <p:spPr>
          <a:xfrm>
            <a:off x="1024127" y="2337659"/>
            <a:ext cx="4754880" cy="4023360"/>
          </a:xfrm>
        </p:spPr>
        <p:txBody>
          <a:bodyPr>
            <a:normAutofit fontScale="85000" lnSpcReduction="20000"/>
          </a:bodyPr>
          <a:lstStyle/>
          <a:p>
            <a:pPr lvl="0">
              <a:buFont typeface="Arial" panose="020B0604020202020204" pitchFamily="34" charset="0"/>
              <a:buChar char="•"/>
            </a:pPr>
            <a:r>
              <a:rPr lang="en-IN" sz="2000" dirty="0"/>
              <a:t> Badge</a:t>
            </a:r>
          </a:p>
          <a:p>
            <a:pPr lvl="0">
              <a:buFont typeface="Arial" panose="020B0604020202020204" pitchFamily="34" charset="0"/>
              <a:buChar char="•"/>
            </a:pPr>
            <a:r>
              <a:rPr lang="en-IN" sz="2000" dirty="0"/>
              <a:t> Caricature</a:t>
            </a:r>
          </a:p>
          <a:p>
            <a:pPr lvl="0">
              <a:buFont typeface="Arial" panose="020B0604020202020204" pitchFamily="34" charset="0"/>
              <a:buChar char="•"/>
            </a:pPr>
            <a:r>
              <a:rPr lang="en-IN" sz="2000" dirty="0"/>
              <a:t> Cartoon</a:t>
            </a:r>
          </a:p>
          <a:p>
            <a:pPr lvl="0">
              <a:buFont typeface="Arial" panose="020B0604020202020204" pitchFamily="34" charset="0"/>
              <a:buChar char="•"/>
            </a:pPr>
            <a:r>
              <a:rPr lang="en-IN" sz="2000" dirty="0"/>
              <a:t> Flyer</a:t>
            </a:r>
          </a:p>
          <a:p>
            <a:pPr lvl="0">
              <a:buFont typeface="Arial" panose="020B0604020202020204" pitchFamily="34" charset="0"/>
              <a:buChar char="•"/>
            </a:pPr>
            <a:r>
              <a:rPr lang="en-IN" sz="2000" dirty="0"/>
              <a:t> Meme</a:t>
            </a:r>
          </a:p>
          <a:p>
            <a:pPr lvl="0">
              <a:buFont typeface="Arial" panose="020B0604020202020204" pitchFamily="34" charset="0"/>
              <a:buChar char="•"/>
            </a:pPr>
            <a:r>
              <a:rPr lang="en-IN" sz="2000" dirty="0"/>
              <a:t> Portrait</a:t>
            </a:r>
          </a:p>
          <a:p>
            <a:pPr lvl="0">
              <a:buFont typeface="Arial" panose="020B0604020202020204" pitchFamily="34" charset="0"/>
              <a:buChar char="•"/>
            </a:pPr>
            <a:r>
              <a:rPr lang="en-IN" sz="2000" dirty="0"/>
              <a:t> </a:t>
            </a:r>
            <a:r>
              <a:rPr lang="en-IN" sz="2000" dirty="0">
                <a:highlight>
                  <a:srgbClr val="FFFF00"/>
                </a:highlight>
              </a:rPr>
              <a:t>Poster/Placard</a:t>
            </a:r>
          </a:p>
          <a:p>
            <a:pPr lvl="0">
              <a:buFont typeface="Arial" panose="020B0604020202020204" pitchFamily="34" charset="0"/>
              <a:buChar char="•"/>
            </a:pPr>
            <a:r>
              <a:rPr lang="en-IN" sz="2000" dirty="0"/>
              <a:t> Stencil</a:t>
            </a:r>
          </a:p>
          <a:p>
            <a:pPr lvl="0">
              <a:buFont typeface="Arial" panose="020B0604020202020204" pitchFamily="34" charset="0"/>
              <a:buChar char="•"/>
            </a:pPr>
            <a:r>
              <a:rPr lang="en-IN" sz="2000" dirty="0"/>
              <a:t> Sticker</a:t>
            </a:r>
          </a:p>
          <a:p>
            <a:pPr lvl="0">
              <a:buFont typeface="Arial" panose="020B0604020202020204" pitchFamily="34" charset="0"/>
              <a:buChar char="•"/>
            </a:pPr>
            <a:r>
              <a:rPr lang="en-IN" sz="2000" dirty="0"/>
              <a:t> CREATE YOUR OWN CAMPAIGN MATERIAL</a:t>
            </a:r>
          </a:p>
          <a:p>
            <a:pPr lvl="0">
              <a:buFont typeface="Arial" panose="020B0604020202020204" pitchFamily="34" charset="0"/>
              <a:buChar char="•"/>
            </a:pPr>
            <a:r>
              <a:rPr lang="en-IN" sz="2000" b="1" dirty="0"/>
              <a:t> UPLOAD YOUR OWN ART AND DESIGN </a:t>
            </a:r>
          </a:p>
          <a:p>
            <a:pPr>
              <a:buFont typeface="Arial" panose="020B0604020202020204" pitchFamily="34" charset="0"/>
              <a:buChar char="•"/>
            </a:pPr>
            <a:endParaRPr lang="en-IN" sz="2000" dirty="0"/>
          </a:p>
        </p:txBody>
      </p:sp>
      <p:cxnSp>
        <p:nvCxnSpPr>
          <p:cNvPr id="6" name="Straight Arrow Connector 5">
            <a:extLst>
              <a:ext uri="{FF2B5EF4-FFF2-40B4-BE49-F238E27FC236}">
                <a16:creationId xmlns:a16="http://schemas.microsoft.com/office/drawing/2014/main" id="{1A5ED6EC-9BA3-9BAE-73DD-95B12426682E}"/>
              </a:ext>
            </a:extLst>
          </p:cNvPr>
          <p:cNvCxnSpPr>
            <a:cxnSpLocks/>
          </p:cNvCxnSpPr>
          <p:nvPr/>
        </p:nvCxnSpPr>
        <p:spPr>
          <a:xfrm flipV="1">
            <a:off x="4878614" y="3394587"/>
            <a:ext cx="2050295" cy="2742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3" name="Graphic 32" descr="Cursor with solid fill">
            <a:extLst>
              <a:ext uri="{FF2B5EF4-FFF2-40B4-BE49-F238E27FC236}">
                <a16:creationId xmlns:a16="http://schemas.microsoft.com/office/drawing/2014/main" id="{3926B9BF-3DE9-DCBE-B6B2-473FA22B27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56339" y="6071428"/>
            <a:ext cx="392307" cy="392307"/>
          </a:xfrm>
          <a:prstGeom prst="rect">
            <a:avLst/>
          </a:prstGeom>
        </p:spPr>
      </p:pic>
      <p:sp>
        <p:nvSpPr>
          <p:cNvPr id="8" name="TextBox 7">
            <a:extLst>
              <a:ext uri="{FF2B5EF4-FFF2-40B4-BE49-F238E27FC236}">
                <a16:creationId xmlns:a16="http://schemas.microsoft.com/office/drawing/2014/main" id="{626D623F-E5E0-B315-A5C9-F967CA9225A7}"/>
              </a:ext>
            </a:extLst>
          </p:cNvPr>
          <p:cNvSpPr txBox="1"/>
          <p:nvPr/>
        </p:nvSpPr>
        <p:spPr>
          <a:xfrm>
            <a:off x="6563393" y="2919010"/>
            <a:ext cx="4655675" cy="384721"/>
          </a:xfrm>
          <a:prstGeom prst="rect">
            <a:avLst/>
          </a:prstGeom>
          <a:noFill/>
        </p:spPr>
        <p:txBody>
          <a:bodyPr wrap="square">
            <a:spAutoFit/>
          </a:bodyPr>
          <a:lstStyle/>
          <a:p>
            <a:r>
              <a:rPr lang="en-IN" sz="1900" dirty="0"/>
              <a:t>Choose format </a:t>
            </a:r>
          </a:p>
        </p:txBody>
      </p:sp>
      <p:sp>
        <p:nvSpPr>
          <p:cNvPr id="10" name="TextBox 9">
            <a:extLst>
              <a:ext uri="{FF2B5EF4-FFF2-40B4-BE49-F238E27FC236}">
                <a16:creationId xmlns:a16="http://schemas.microsoft.com/office/drawing/2014/main" id="{D6CE10A6-9F1F-D799-204A-63AD58880F1A}"/>
              </a:ext>
            </a:extLst>
          </p:cNvPr>
          <p:cNvSpPr txBox="1"/>
          <p:nvPr/>
        </p:nvSpPr>
        <p:spPr>
          <a:xfrm>
            <a:off x="8206899" y="1562250"/>
            <a:ext cx="2107940" cy="2862322"/>
          </a:xfrm>
          <a:prstGeom prst="rect">
            <a:avLst/>
          </a:prstGeom>
          <a:noFill/>
        </p:spPr>
        <p:txBody>
          <a:bodyPr wrap="square">
            <a:spAutoFit/>
          </a:bodyPr>
          <a:lstStyle/>
          <a:p>
            <a:pPr indent="-91440">
              <a:buClr>
                <a:schemeClr val="accent1"/>
              </a:buClr>
              <a:buSzPct val="100000"/>
              <a:buFont typeface="Arial" panose="020B0604020202020204" pitchFamily="34" charset="0"/>
              <a:buChar char="•"/>
            </a:pPr>
            <a:r>
              <a:rPr lang="en-IN" sz="2000" dirty="0"/>
              <a:t> Badge</a:t>
            </a:r>
          </a:p>
          <a:p>
            <a:pPr indent="-91440">
              <a:buClr>
                <a:schemeClr val="accent1"/>
              </a:buClr>
              <a:buSzPct val="100000"/>
              <a:buFont typeface="Arial" panose="020B0604020202020204" pitchFamily="34" charset="0"/>
              <a:buChar char="•"/>
            </a:pPr>
            <a:r>
              <a:rPr lang="en-IN" sz="2000" dirty="0"/>
              <a:t> Caricature</a:t>
            </a:r>
          </a:p>
          <a:p>
            <a:pPr indent="-91440">
              <a:buClr>
                <a:schemeClr val="accent1"/>
              </a:buClr>
              <a:buSzPct val="100000"/>
              <a:buFont typeface="Arial" panose="020B0604020202020204" pitchFamily="34" charset="0"/>
              <a:buChar char="•"/>
            </a:pPr>
            <a:r>
              <a:rPr lang="en-IN" sz="2000" dirty="0"/>
              <a:t> Cartoon</a:t>
            </a:r>
          </a:p>
          <a:p>
            <a:pPr indent="-91440">
              <a:buClr>
                <a:schemeClr val="accent1"/>
              </a:buClr>
              <a:buSzPct val="100000"/>
              <a:buFont typeface="Arial" panose="020B0604020202020204" pitchFamily="34" charset="0"/>
              <a:buChar char="•"/>
            </a:pPr>
            <a:r>
              <a:rPr lang="en-IN" sz="2000" dirty="0"/>
              <a:t> Meme</a:t>
            </a:r>
          </a:p>
          <a:p>
            <a:pPr indent="-91440">
              <a:buClr>
                <a:schemeClr val="accent1"/>
              </a:buClr>
              <a:buSzPct val="100000"/>
              <a:buFont typeface="Arial" panose="020B0604020202020204" pitchFamily="34" charset="0"/>
              <a:buChar char="•"/>
            </a:pPr>
            <a:r>
              <a:rPr lang="en-IN" sz="2000" dirty="0"/>
              <a:t> Portrait</a:t>
            </a:r>
          </a:p>
          <a:p>
            <a:pPr indent="-91440">
              <a:buClr>
                <a:schemeClr val="accent1"/>
              </a:buClr>
              <a:buSzPct val="100000"/>
              <a:buFont typeface="Arial" panose="020B0604020202020204" pitchFamily="34" charset="0"/>
              <a:buChar char="•"/>
            </a:pPr>
            <a:r>
              <a:rPr lang="en-IN" sz="2000" b="1" dirty="0"/>
              <a:t> Poster/Placard</a:t>
            </a:r>
          </a:p>
          <a:p>
            <a:pPr indent="-91440">
              <a:buClr>
                <a:schemeClr val="accent1"/>
              </a:buClr>
              <a:buSzPct val="100000"/>
              <a:buFont typeface="Arial" panose="020B0604020202020204" pitchFamily="34" charset="0"/>
              <a:buChar char="•"/>
            </a:pPr>
            <a:r>
              <a:rPr lang="en-IN" sz="2000" dirty="0"/>
              <a:t> Stencil</a:t>
            </a:r>
          </a:p>
          <a:p>
            <a:pPr indent="-91440">
              <a:buClr>
                <a:schemeClr val="accent1"/>
              </a:buClr>
              <a:buSzPct val="100000"/>
              <a:buFont typeface="Arial" panose="020B0604020202020204" pitchFamily="34" charset="0"/>
              <a:buChar char="•"/>
            </a:pPr>
            <a:r>
              <a:rPr lang="en-IN" sz="2000" dirty="0"/>
              <a:t> Sticker</a:t>
            </a:r>
          </a:p>
          <a:p>
            <a:pPr indent="-91440">
              <a:buClr>
                <a:schemeClr val="accent1"/>
              </a:buClr>
              <a:buSzPct val="100000"/>
              <a:buFont typeface="Arial" panose="020B0604020202020204" pitchFamily="34" charset="0"/>
              <a:buChar char="•"/>
            </a:pPr>
            <a:r>
              <a:rPr lang="en-IN" sz="2000" dirty="0"/>
              <a:t> Zine</a:t>
            </a:r>
          </a:p>
        </p:txBody>
      </p:sp>
      <p:cxnSp>
        <p:nvCxnSpPr>
          <p:cNvPr id="16" name="Straight Arrow Connector 15">
            <a:extLst>
              <a:ext uri="{FF2B5EF4-FFF2-40B4-BE49-F238E27FC236}">
                <a16:creationId xmlns:a16="http://schemas.microsoft.com/office/drawing/2014/main" id="{2CF9D9BD-C5E8-83BE-66CA-56405A70CA79}"/>
              </a:ext>
            </a:extLst>
          </p:cNvPr>
          <p:cNvCxnSpPr>
            <a:cxnSpLocks/>
          </p:cNvCxnSpPr>
          <p:nvPr/>
        </p:nvCxnSpPr>
        <p:spPr>
          <a:xfrm flipV="1">
            <a:off x="0" y="2377859"/>
            <a:ext cx="1024127" cy="15943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0D22468-3775-C0CB-E6FE-B0FF779BAE4B}"/>
              </a:ext>
            </a:extLst>
          </p:cNvPr>
          <p:cNvCxnSpPr>
            <a:cxnSpLocks/>
          </p:cNvCxnSpPr>
          <p:nvPr/>
        </p:nvCxnSpPr>
        <p:spPr>
          <a:xfrm flipV="1">
            <a:off x="0" y="2782529"/>
            <a:ext cx="1038399" cy="1224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ED68E389-716F-77B5-8E27-58457FC0E3D5}"/>
              </a:ext>
            </a:extLst>
          </p:cNvPr>
          <p:cNvCxnSpPr>
            <a:cxnSpLocks/>
          </p:cNvCxnSpPr>
          <p:nvPr/>
        </p:nvCxnSpPr>
        <p:spPr>
          <a:xfrm flipV="1">
            <a:off x="0" y="3146323"/>
            <a:ext cx="1024127" cy="8259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6A5AE2F-DDB7-17AC-36BD-FBF877669304}"/>
              </a:ext>
            </a:extLst>
          </p:cNvPr>
          <p:cNvCxnSpPr>
            <a:cxnSpLocks/>
          </p:cNvCxnSpPr>
          <p:nvPr/>
        </p:nvCxnSpPr>
        <p:spPr>
          <a:xfrm flipV="1">
            <a:off x="0" y="3559277"/>
            <a:ext cx="1024127" cy="447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EDFAFE0-4FD7-5700-6EE0-C77388CA31E6}"/>
              </a:ext>
            </a:extLst>
          </p:cNvPr>
          <p:cNvCxnSpPr>
            <a:cxnSpLocks/>
          </p:cNvCxnSpPr>
          <p:nvPr/>
        </p:nvCxnSpPr>
        <p:spPr>
          <a:xfrm flipV="1">
            <a:off x="0" y="3871209"/>
            <a:ext cx="1024127" cy="135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22F3BFE-AF82-512D-A86A-9D5C392BB286}"/>
              </a:ext>
            </a:extLst>
          </p:cNvPr>
          <p:cNvCxnSpPr>
            <a:cxnSpLocks/>
          </p:cNvCxnSpPr>
          <p:nvPr/>
        </p:nvCxnSpPr>
        <p:spPr>
          <a:xfrm>
            <a:off x="-5703" y="4003203"/>
            <a:ext cx="1049803" cy="291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CFA47EE-B72C-CACD-EBB0-706C950A6597}"/>
              </a:ext>
            </a:extLst>
          </p:cNvPr>
          <p:cNvCxnSpPr>
            <a:cxnSpLocks/>
          </p:cNvCxnSpPr>
          <p:nvPr/>
        </p:nvCxnSpPr>
        <p:spPr>
          <a:xfrm>
            <a:off x="11404" y="3972232"/>
            <a:ext cx="1038399" cy="6784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90273AB-4323-D422-5C9B-98ABA8BBD663}"/>
              </a:ext>
            </a:extLst>
          </p:cNvPr>
          <p:cNvCxnSpPr>
            <a:cxnSpLocks/>
          </p:cNvCxnSpPr>
          <p:nvPr/>
        </p:nvCxnSpPr>
        <p:spPr>
          <a:xfrm>
            <a:off x="-25676" y="3892100"/>
            <a:ext cx="1049803" cy="1455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6E7124A-E1AD-9EA9-D596-B3DEF0DCA4C8}"/>
              </a:ext>
            </a:extLst>
          </p:cNvPr>
          <p:cNvCxnSpPr>
            <a:cxnSpLocks/>
          </p:cNvCxnSpPr>
          <p:nvPr/>
        </p:nvCxnSpPr>
        <p:spPr>
          <a:xfrm>
            <a:off x="-8260" y="3938927"/>
            <a:ext cx="1024127" cy="10471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ED49F47-C4D5-7497-24F2-8A99AEC2C60A}"/>
              </a:ext>
            </a:extLst>
          </p:cNvPr>
          <p:cNvCxnSpPr>
            <a:cxnSpLocks/>
          </p:cNvCxnSpPr>
          <p:nvPr/>
        </p:nvCxnSpPr>
        <p:spPr>
          <a:xfrm>
            <a:off x="28201" y="3938927"/>
            <a:ext cx="1024127" cy="18337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5A5E6DA-2C19-E66A-9B4D-482A32F17E69}"/>
              </a:ext>
            </a:extLst>
          </p:cNvPr>
          <p:cNvCxnSpPr>
            <a:cxnSpLocks/>
          </p:cNvCxnSpPr>
          <p:nvPr/>
        </p:nvCxnSpPr>
        <p:spPr>
          <a:xfrm>
            <a:off x="28201" y="3972232"/>
            <a:ext cx="1035563" cy="2120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7ED4E45-C515-BD31-F696-B99E96BEE78F}"/>
              </a:ext>
            </a:extLst>
          </p:cNvPr>
          <p:cNvCxnSpPr>
            <a:cxnSpLocks/>
          </p:cNvCxnSpPr>
          <p:nvPr/>
        </p:nvCxnSpPr>
        <p:spPr>
          <a:xfrm>
            <a:off x="9344994" y="3429000"/>
            <a:ext cx="450739" cy="8787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D0A5C642-1FE4-660D-EAE3-459D3CFFA1D5}"/>
              </a:ext>
            </a:extLst>
          </p:cNvPr>
          <p:cNvSpPr txBox="1"/>
          <p:nvPr/>
        </p:nvSpPr>
        <p:spPr>
          <a:xfrm>
            <a:off x="9374210" y="4200729"/>
            <a:ext cx="2789590" cy="2723823"/>
          </a:xfrm>
          <a:prstGeom prst="rect">
            <a:avLst/>
          </a:prstGeom>
          <a:noFill/>
        </p:spPr>
        <p:txBody>
          <a:bodyPr wrap="square">
            <a:spAutoFit/>
          </a:bodyPr>
          <a:lstStyle/>
          <a:p>
            <a:r>
              <a:rPr lang="en-IN" sz="1500" b="1" dirty="0"/>
              <a:t>Fill the details: </a:t>
            </a:r>
            <a:r>
              <a:rPr lang="en-IN" sz="1500" dirty="0"/>
              <a:t>(Recommended but not mandatory)</a:t>
            </a:r>
          </a:p>
          <a:p>
            <a:br>
              <a:rPr lang="en-IN" sz="1500" dirty="0"/>
            </a:br>
            <a:r>
              <a:rPr lang="en-IN" sz="1500" dirty="0"/>
              <a:t>Artist name:  </a:t>
            </a:r>
          </a:p>
          <a:p>
            <a:r>
              <a:rPr lang="en-IN" sz="1500" dirty="0"/>
              <a:t>Contact: </a:t>
            </a:r>
            <a:br>
              <a:rPr lang="en-IN" sz="1500" dirty="0"/>
            </a:br>
            <a:r>
              <a:rPr lang="en-IN" sz="1500" dirty="0"/>
              <a:t>UPI ID:</a:t>
            </a:r>
            <a:br>
              <a:rPr lang="en-IN" sz="1500" dirty="0"/>
            </a:br>
            <a:r>
              <a:rPr lang="en-IN" sz="1500" dirty="0"/>
              <a:t>Format: JPEG</a:t>
            </a:r>
            <a:br>
              <a:rPr lang="en-IN" sz="1500" dirty="0"/>
            </a:br>
            <a:r>
              <a:rPr lang="en-IN" sz="1500" dirty="0"/>
              <a:t>Size: A4/A2, Resolution: 300 DPI</a:t>
            </a:r>
          </a:p>
          <a:p>
            <a:endParaRPr lang="en-IN" sz="1700" dirty="0"/>
          </a:p>
          <a:p>
            <a:r>
              <a:rPr lang="en-IN" sz="1700" dirty="0">
                <a:solidFill>
                  <a:srgbClr val="00B0F0"/>
                </a:solidFill>
              </a:rPr>
              <a:t>Upload</a:t>
            </a:r>
          </a:p>
          <a:p>
            <a:endParaRPr lang="en-IN" sz="1700" dirty="0"/>
          </a:p>
        </p:txBody>
      </p:sp>
      <p:sp>
        <p:nvSpPr>
          <p:cNvPr id="49" name="Title 1">
            <a:extLst>
              <a:ext uri="{FF2B5EF4-FFF2-40B4-BE49-F238E27FC236}">
                <a16:creationId xmlns:a16="http://schemas.microsoft.com/office/drawing/2014/main" id="{9AD1EB40-0040-9749-3520-A48F8B5DB640}"/>
              </a:ext>
            </a:extLst>
          </p:cNvPr>
          <p:cNvSpPr txBox="1">
            <a:spLocks/>
          </p:cNvSpPr>
          <p:nvPr/>
        </p:nvSpPr>
        <p:spPr>
          <a:xfrm>
            <a:off x="6822075" y="2134366"/>
            <a:ext cx="893306" cy="1279630"/>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r>
              <a:rPr lang="en-IN" dirty="0"/>
              <a:t>3.1</a:t>
            </a:r>
          </a:p>
        </p:txBody>
      </p:sp>
      <p:sp>
        <p:nvSpPr>
          <p:cNvPr id="51" name="Title 1">
            <a:extLst>
              <a:ext uri="{FF2B5EF4-FFF2-40B4-BE49-F238E27FC236}">
                <a16:creationId xmlns:a16="http://schemas.microsoft.com/office/drawing/2014/main" id="{792E9A35-5648-908B-86FE-06896B142E20}"/>
              </a:ext>
            </a:extLst>
          </p:cNvPr>
          <p:cNvSpPr txBox="1">
            <a:spLocks/>
          </p:cNvSpPr>
          <p:nvPr/>
        </p:nvSpPr>
        <p:spPr>
          <a:xfrm>
            <a:off x="9694609" y="3465251"/>
            <a:ext cx="789684" cy="741327"/>
          </a:xfrm>
          <a:prstGeom prst="rect">
            <a:avLst/>
          </a:prstGeom>
        </p:spPr>
        <p:txBody>
          <a:bodyPr vert="horz" lIns="91440" tIns="45720" rIns="91440" bIns="45720" rtlCol="0" anchor="ctr">
            <a:normAutofit fontScale="92500"/>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r>
              <a:rPr lang="en-IN" dirty="0"/>
              <a:t>3.2</a:t>
            </a:r>
          </a:p>
        </p:txBody>
      </p:sp>
      <p:pic>
        <p:nvPicPr>
          <p:cNvPr id="57" name="Graphic 56" descr="Cursor with solid fill">
            <a:extLst>
              <a:ext uri="{FF2B5EF4-FFF2-40B4-BE49-F238E27FC236}">
                <a16:creationId xmlns:a16="http://schemas.microsoft.com/office/drawing/2014/main" id="{B830ED2B-F329-A1E7-2B9D-9B08C697FB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4209" y="3369489"/>
            <a:ext cx="392307" cy="392307"/>
          </a:xfrm>
          <a:prstGeom prst="rect">
            <a:avLst/>
          </a:prstGeom>
        </p:spPr>
      </p:pic>
      <p:pic>
        <p:nvPicPr>
          <p:cNvPr id="59" name="Graphic 58" descr="Cursor with solid fill">
            <a:extLst>
              <a:ext uri="{FF2B5EF4-FFF2-40B4-BE49-F238E27FC236}">
                <a16:creationId xmlns:a16="http://schemas.microsoft.com/office/drawing/2014/main" id="{64F63E7A-2A0A-5A1E-6432-2CC4EFFEC6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57496" y="6359855"/>
            <a:ext cx="392307" cy="392307"/>
          </a:xfrm>
          <a:prstGeom prst="rect">
            <a:avLst/>
          </a:prstGeom>
        </p:spPr>
      </p:pic>
      <p:sp>
        <p:nvSpPr>
          <p:cNvPr id="5" name="TextBox 4">
            <a:extLst>
              <a:ext uri="{FF2B5EF4-FFF2-40B4-BE49-F238E27FC236}">
                <a16:creationId xmlns:a16="http://schemas.microsoft.com/office/drawing/2014/main" id="{86B35954-6230-2DA9-B8A3-34DE826FEEFA}"/>
              </a:ext>
            </a:extLst>
          </p:cNvPr>
          <p:cNvSpPr txBox="1"/>
          <p:nvPr/>
        </p:nvSpPr>
        <p:spPr>
          <a:xfrm>
            <a:off x="2534181" y="6413608"/>
            <a:ext cx="6105644" cy="338554"/>
          </a:xfrm>
          <a:prstGeom prst="rect">
            <a:avLst/>
          </a:prstGeom>
          <a:noFill/>
        </p:spPr>
        <p:txBody>
          <a:bodyPr wrap="square">
            <a:spAutoFit/>
          </a:bodyPr>
          <a:lstStyle/>
          <a:p>
            <a:r>
              <a:rPr lang="en-IN" sz="1600" i="1" dirty="0"/>
              <a:t>Note: Your artwork will be featured after the website admin review</a:t>
            </a:r>
          </a:p>
        </p:txBody>
      </p:sp>
      <p:pic>
        <p:nvPicPr>
          <p:cNvPr id="4" name="Graphic 3" descr="Fire with solid fill">
            <a:extLst>
              <a:ext uri="{FF2B5EF4-FFF2-40B4-BE49-F238E27FC236}">
                <a16:creationId xmlns:a16="http://schemas.microsoft.com/office/drawing/2014/main" id="{9D76AD4B-6F5D-662E-C051-BC2F7DC7FE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41573" y="4311445"/>
            <a:ext cx="208220" cy="208220"/>
          </a:xfrm>
          <a:prstGeom prst="rect">
            <a:avLst/>
          </a:prstGeom>
        </p:spPr>
      </p:pic>
      <p:pic>
        <p:nvPicPr>
          <p:cNvPr id="7" name="Picture 6" descr="Lark - Free vector silhouettes on creazilla.com">
            <a:extLst>
              <a:ext uri="{FF2B5EF4-FFF2-40B4-BE49-F238E27FC236}">
                <a16:creationId xmlns:a16="http://schemas.microsoft.com/office/drawing/2014/main" id="{050E635E-4869-84A7-1976-6B872D365DF5}"/>
              </a:ext>
            </a:extLst>
          </p:cNvPr>
          <p:cNvPicPr>
            <a:picLocks noChangeAspect="1"/>
          </p:cNvPicPr>
          <p:nvPr/>
        </p:nvPicPr>
        <p:blipFill>
          <a:blip r:embed="rId5">
            <a:extLst>
              <a:ext uri="{BEBA8EAE-BF5A-486C-A8C5-ECC9F3942E4B}">
                <a14:imgProps xmlns:a14="http://schemas.microsoft.com/office/drawing/2010/main">
                  <a14:imgLayer r:embed="rId6">
                    <a14:imgEffect>
                      <a14:saturation sat="66000"/>
                    </a14:imgEffect>
                  </a14:imgLayer>
                </a14:imgProps>
              </a:ext>
            </a:extLst>
          </a:blip>
          <a:stretch>
            <a:fillRect/>
          </a:stretch>
        </p:blipFill>
        <p:spPr>
          <a:xfrm>
            <a:off x="157014" y="759001"/>
            <a:ext cx="939973" cy="1089463"/>
          </a:xfrm>
          <a:prstGeom prst="rect">
            <a:avLst/>
          </a:prstGeom>
        </p:spPr>
      </p:pic>
    </p:spTree>
    <p:extLst>
      <p:ext uri="{BB962C8B-B14F-4D97-AF65-F5344CB8AC3E}">
        <p14:creationId xmlns:p14="http://schemas.microsoft.com/office/powerpoint/2010/main" val="7658679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799FB-F974-5391-C662-018C9D6E44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AA17B-7F4D-38D1-600D-0F7B84525878}"/>
              </a:ext>
            </a:extLst>
          </p:cNvPr>
          <p:cNvSpPr>
            <a:spLocks noGrp="1"/>
          </p:cNvSpPr>
          <p:nvPr>
            <p:ph type="title"/>
          </p:nvPr>
        </p:nvSpPr>
        <p:spPr/>
        <p:txBody>
          <a:bodyPr/>
          <a:lstStyle/>
          <a:p>
            <a:r>
              <a:rPr lang="en-IN" dirty="0">
                <a:solidFill>
                  <a:schemeClr val="tx1">
                    <a:lumMod val="75000"/>
                    <a:lumOff val="25000"/>
                  </a:schemeClr>
                </a:solidFill>
              </a:rPr>
              <a:t> FURTHER POINTS</a:t>
            </a:r>
          </a:p>
        </p:txBody>
      </p:sp>
      <p:sp>
        <p:nvSpPr>
          <p:cNvPr id="4" name="TextBox 3">
            <a:extLst>
              <a:ext uri="{FF2B5EF4-FFF2-40B4-BE49-F238E27FC236}">
                <a16:creationId xmlns:a16="http://schemas.microsoft.com/office/drawing/2014/main" id="{EB8C7875-90A0-8ADC-95DB-4F1F68D5496C}"/>
              </a:ext>
            </a:extLst>
          </p:cNvPr>
          <p:cNvSpPr txBox="1"/>
          <p:nvPr/>
        </p:nvSpPr>
        <p:spPr>
          <a:xfrm>
            <a:off x="607439" y="2084832"/>
            <a:ext cx="6094070" cy="2031325"/>
          </a:xfrm>
          <a:prstGeom prst="rect">
            <a:avLst/>
          </a:prstGeom>
          <a:noFill/>
        </p:spPr>
        <p:txBody>
          <a:bodyPr wrap="square">
            <a:spAutoFit/>
          </a:bodyPr>
          <a:lstStyle/>
          <a:p>
            <a:r>
              <a:rPr lang="en-IN" b="1" dirty="0"/>
              <a:t>Strengthening the Team: </a:t>
            </a:r>
          </a:p>
          <a:p>
            <a:endParaRPr lang="en-IN" dirty="0"/>
          </a:p>
          <a:p>
            <a:pPr marL="285750" indent="-285750">
              <a:buFont typeface="Arial" panose="020B0604020202020204" pitchFamily="34" charset="0"/>
              <a:buChar char="•"/>
            </a:pPr>
            <a:r>
              <a:rPr lang="en-IN" dirty="0"/>
              <a:t>Design Team (InDesign, Adobe Illustrator and Photoshop, etc.) </a:t>
            </a:r>
          </a:p>
          <a:p>
            <a:pPr marL="285750" indent="-285750">
              <a:buFont typeface="Arial" panose="020B0604020202020204" pitchFamily="34" charset="0"/>
              <a:buChar char="•"/>
            </a:pPr>
            <a:r>
              <a:rPr lang="en-IN" dirty="0"/>
              <a:t>Legal Team (Copyright)</a:t>
            </a:r>
          </a:p>
          <a:p>
            <a:endParaRPr lang="en-IN" b="1" dirty="0"/>
          </a:p>
          <a:p>
            <a:r>
              <a:rPr lang="en-IN" dirty="0"/>
              <a:t>Networking with Designers and Artists</a:t>
            </a:r>
          </a:p>
          <a:p>
            <a:endParaRPr lang="en-IN" dirty="0"/>
          </a:p>
        </p:txBody>
      </p:sp>
      <p:pic>
        <p:nvPicPr>
          <p:cNvPr id="5" name="Graphic 4" descr="SVG &gt; wet ink artwork brush - Free SVG Image &amp; Icon. | SVG Silh">
            <a:extLst>
              <a:ext uri="{FF2B5EF4-FFF2-40B4-BE49-F238E27FC236}">
                <a16:creationId xmlns:a16="http://schemas.microsoft.com/office/drawing/2014/main" id="{F6427598-71B8-4985-7E78-DC867F057B7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21095306" flipH="1">
            <a:off x="10282823" y="3526278"/>
            <a:ext cx="1550613" cy="2999958"/>
          </a:xfrm>
          <a:prstGeom prst="rect">
            <a:avLst/>
          </a:prstGeom>
        </p:spPr>
      </p:pic>
      <p:pic>
        <p:nvPicPr>
          <p:cNvPr id="6" name="Picture 5" descr="Lark - Free vector silhouettes on creazilla.com">
            <a:extLst>
              <a:ext uri="{FF2B5EF4-FFF2-40B4-BE49-F238E27FC236}">
                <a16:creationId xmlns:a16="http://schemas.microsoft.com/office/drawing/2014/main" id="{FC2A82F5-E155-949A-7FE2-543B9221FC83}"/>
              </a:ext>
            </a:extLst>
          </p:cNvPr>
          <p:cNvPicPr>
            <a:picLocks noChangeAspect="1"/>
          </p:cNvPicPr>
          <p:nvPr/>
        </p:nvPicPr>
        <p:blipFill>
          <a:blip r:embed="rId3">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157014" y="759001"/>
            <a:ext cx="939973" cy="1089463"/>
          </a:xfrm>
          <a:prstGeom prst="rect">
            <a:avLst/>
          </a:prstGeom>
        </p:spPr>
      </p:pic>
    </p:spTree>
    <p:extLst>
      <p:ext uri="{BB962C8B-B14F-4D97-AF65-F5344CB8AC3E}">
        <p14:creationId xmlns:p14="http://schemas.microsoft.com/office/powerpoint/2010/main" val="27258401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001CE-6B21-493B-EEB0-1F62CBD844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35566E-3F10-5670-616E-64638371181A}"/>
              </a:ext>
            </a:extLst>
          </p:cNvPr>
          <p:cNvSpPr>
            <a:spLocks noGrp="1"/>
          </p:cNvSpPr>
          <p:nvPr>
            <p:ph type="title"/>
          </p:nvPr>
        </p:nvSpPr>
        <p:spPr/>
        <p:txBody>
          <a:bodyPr/>
          <a:lstStyle/>
          <a:p>
            <a:r>
              <a:rPr lang="en-IN" dirty="0">
                <a:solidFill>
                  <a:schemeClr val="tx1">
                    <a:lumMod val="75000"/>
                    <a:lumOff val="25000"/>
                  </a:schemeClr>
                </a:solidFill>
              </a:rPr>
              <a:t> FURTHER POINTS</a:t>
            </a:r>
          </a:p>
        </p:txBody>
      </p:sp>
      <p:sp>
        <p:nvSpPr>
          <p:cNvPr id="4" name="TextBox 3">
            <a:extLst>
              <a:ext uri="{FF2B5EF4-FFF2-40B4-BE49-F238E27FC236}">
                <a16:creationId xmlns:a16="http://schemas.microsoft.com/office/drawing/2014/main" id="{D3B07C44-2965-AF77-0126-641EEF0F10E0}"/>
              </a:ext>
            </a:extLst>
          </p:cNvPr>
          <p:cNvSpPr txBox="1"/>
          <p:nvPr/>
        </p:nvSpPr>
        <p:spPr>
          <a:xfrm>
            <a:off x="607439" y="2084832"/>
            <a:ext cx="6094070" cy="1200329"/>
          </a:xfrm>
          <a:prstGeom prst="rect">
            <a:avLst/>
          </a:prstGeom>
          <a:noFill/>
        </p:spPr>
        <p:txBody>
          <a:bodyPr wrap="square">
            <a:spAutoFit/>
          </a:bodyPr>
          <a:lstStyle/>
          <a:p>
            <a:r>
              <a:rPr lang="en-IN" b="1" dirty="0"/>
              <a:t>Regarding the website:</a:t>
            </a:r>
          </a:p>
          <a:p>
            <a:endParaRPr lang="en-IN" dirty="0"/>
          </a:p>
          <a:p>
            <a:pPr marL="285750" indent="-285750">
              <a:buFont typeface="Arial" panose="020B0604020202020204" pitchFamily="34" charset="0"/>
              <a:buChar char="•"/>
            </a:pPr>
            <a:r>
              <a:rPr lang="en-IN" dirty="0"/>
              <a:t>Language Barrier?</a:t>
            </a:r>
          </a:p>
          <a:p>
            <a:pPr marL="285750" indent="-285750">
              <a:buFont typeface="Arial" panose="020B0604020202020204" pitchFamily="34" charset="0"/>
              <a:buChar char="•"/>
            </a:pPr>
            <a:r>
              <a:rPr lang="en-IN" dirty="0"/>
              <a:t>Login/Sign-in?</a:t>
            </a:r>
          </a:p>
        </p:txBody>
      </p:sp>
      <p:pic>
        <p:nvPicPr>
          <p:cNvPr id="5" name="Graphic 4" descr="SVG &gt; wet ink artwork brush - Free SVG Image &amp; Icon. | SVG Silh">
            <a:extLst>
              <a:ext uri="{FF2B5EF4-FFF2-40B4-BE49-F238E27FC236}">
                <a16:creationId xmlns:a16="http://schemas.microsoft.com/office/drawing/2014/main" id="{116875CC-B08B-EF90-5B44-944D64DB5DC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21095306" flipH="1">
            <a:off x="10282823" y="3526278"/>
            <a:ext cx="1550613" cy="2999958"/>
          </a:xfrm>
          <a:prstGeom prst="rect">
            <a:avLst/>
          </a:prstGeom>
        </p:spPr>
      </p:pic>
      <p:pic>
        <p:nvPicPr>
          <p:cNvPr id="6" name="Picture 5" descr="Lark - Free vector silhouettes on creazilla.com">
            <a:extLst>
              <a:ext uri="{FF2B5EF4-FFF2-40B4-BE49-F238E27FC236}">
                <a16:creationId xmlns:a16="http://schemas.microsoft.com/office/drawing/2014/main" id="{44249119-6B74-2E83-D541-092683073651}"/>
              </a:ext>
            </a:extLst>
          </p:cNvPr>
          <p:cNvPicPr>
            <a:picLocks noChangeAspect="1"/>
          </p:cNvPicPr>
          <p:nvPr/>
        </p:nvPicPr>
        <p:blipFill>
          <a:blip r:embed="rId3">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157014" y="759001"/>
            <a:ext cx="939973" cy="1089463"/>
          </a:xfrm>
          <a:prstGeom prst="rect">
            <a:avLst/>
          </a:prstGeom>
        </p:spPr>
      </p:pic>
    </p:spTree>
    <p:extLst>
      <p:ext uri="{BB962C8B-B14F-4D97-AF65-F5344CB8AC3E}">
        <p14:creationId xmlns:p14="http://schemas.microsoft.com/office/powerpoint/2010/main" val="1997801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E71BF-AE58-01EC-BCDF-216DE50CE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59D6F3-F0D6-220B-4E8B-F7BF3CDBAF8B}"/>
              </a:ext>
            </a:extLst>
          </p:cNvPr>
          <p:cNvSpPr>
            <a:spLocks noGrp="1"/>
          </p:cNvSpPr>
          <p:nvPr>
            <p:ph type="title"/>
          </p:nvPr>
        </p:nvSpPr>
        <p:spPr/>
        <p:txBody>
          <a:bodyPr/>
          <a:lstStyle/>
          <a:p>
            <a:r>
              <a:rPr lang="en-IN" dirty="0">
                <a:solidFill>
                  <a:schemeClr val="tx1">
                    <a:lumMod val="75000"/>
                    <a:lumOff val="25000"/>
                  </a:schemeClr>
                </a:solidFill>
              </a:rPr>
              <a:t> FURTHER POINTS</a:t>
            </a:r>
          </a:p>
        </p:txBody>
      </p:sp>
      <p:sp>
        <p:nvSpPr>
          <p:cNvPr id="4" name="TextBox 3">
            <a:extLst>
              <a:ext uri="{FF2B5EF4-FFF2-40B4-BE49-F238E27FC236}">
                <a16:creationId xmlns:a16="http://schemas.microsoft.com/office/drawing/2014/main" id="{84FD1507-08AB-240F-DEED-B8A5B40764EA}"/>
              </a:ext>
            </a:extLst>
          </p:cNvPr>
          <p:cNvSpPr txBox="1"/>
          <p:nvPr/>
        </p:nvSpPr>
        <p:spPr>
          <a:xfrm>
            <a:off x="607439" y="2084832"/>
            <a:ext cx="6094070" cy="2031325"/>
          </a:xfrm>
          <a:prstGeom prst="rect">
            <a:avLst/>
          </a:prstGeom>
          <a:noFill/>
        </p:spPr>
        <p:txBody>
          <a:bodyPr wrap="square">
            <a:spAutoFit/>
          </a:bodyPr>
          <a:lstStyle/>
          <a:p>
            <a:r>
              <a:rPr lang="en-IN" b="1" dirty="0"/>
              <a:t>Regarding the website:</a:t>
            </a:r>
          </a:p>
          <a:p>
            <a:endParaRPr lang="en-IN" dirty="0"/>
          </a:p>
          <a:p>
            <a:pPr marL="285750" indent="-285750">
              <a:buFont typeface="Arial" panose="020B0604020202020204" pitchFamily="34" charset="0"/>
              <a:buChar char="•"/>
            </a:pPr>
            <a:r>
              <a:rPr lang="en-IN" dirty="0"/>
              <a:t>Language Barrier?</a:t>
            </a:r>
          </a:p>
          <a:p>
            <a:pPr marL="285750" indent="-285750">
              <a:buFont typeface="Arial" panose="020B0604020202020204" pitchFamily="34" charset="0"/>
              <a:buChar char="•"/>
            </a:pPr>
            <a:r>
              <a:rPr lang="en-IN" dirty="0"/>
              <a:t>Login/Sign-in?</a:t>
            </a:r>
          </a:p>
          <a:p>
            <a:pPr marL="285750" indent="-285750">
              <a:buFont typeface="Arial" panose="020B0604020202020204" pitchFamily="34" charset="0"/>
              <a:buChar char="•"/>
            </a:pPr>
            <a:r>
              <a:rPr lang="en-IN" dirty="0"/>
              <a:t>Blog? – Introducing techniques of printing and distribution, interview with featured artists, articles on art and activism, photo-gallery of the creatives in use, etc.</a:t>
            </a:r>
          </a:p>
        </p:txBody>
      </p:sp>
      <p:pic>
        <p:nvPicPr>
          <p:cNvPr id="5" name="Graphic 4" descr="SVG &gt; wet ink artwork brush - Free SVG Image &amp; Icon. | SVG Silh">
            <a:extLst>
              <a:ext uri="{FF2B5EF4-FFF2-40B4-BE49-F238E27FC236}">
                <a16:creationId xmlns:a16="http://schemas.microsoft.com/office/drawing/2014/main" id="{032A2426-EC08-B8BA-AE84-98D7C2BBE0C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21095306" flipH="1">
            <a:off x="10282823" y="3526278"/>
            <a:ext cx="1550613" cy="2999958"/>
          </a:xfrm>
          <a:prstGeom prst="rect">
            <a:avLst/>
          </a:prstGeom>
        </p:spPr>
      </p:pic>
      <p:pic>
        <p:nvPicPr>
          <p:cNvPr id="6" name="Picture 5" descr="Lark - Free vector silhouettes on creazilla.com">
            <a:extLst>
              <a:ext uri="{FF2B5EF4-FFF2-40B4-BE49-F238E27FC236}">
                <a16:creationId xmlns:a16="http://schemas.microsoft.com/office/drawing/2014/main" id="{01132565-A803-47C1-C98B-9149BA59AD93}"/>
              </a:ext>
            </a:extLst>
          </p:cNvPr>
          <p:cNvPicPr>
            <a:picLocks noChangeAspect="1"/>
          </p:cNvPicPr>
          <p:nvPr/>
        </p:nvPicPr>
        <p:blipFill>
          <a:blip r:embed="rId3">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157014" y="759001"/>
            <a:ext cx="939973" cy="1089463"/>
          </a:xfrm>
          <a:prstGeom prst="rect">
            <a:avLst/>
          </a:prstGeom>
        </p:spPr>
      </p:pic>
    </p:spTree>
    <p:extLst>
      <p:ext uri="{BB962C8B-B14F-4D97-AF65-F5344CB8AC3E}">
        <p14:creationId xmlns:p14="http://schemas.microsoft.com/office/powerpoint/2010/main" val="9999565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B657B-42FC-C535-44A8-9201D6E3D1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7E5600-75B1-5CC3-72A4-8156E51256CA}"/>
              </a:ext>
            </a:extLst>
          </p:cNvPr>
          <p:cNvSpPr>
            <a:spLocks noGrp="1"/>
          </p:cNvSpPr>
          <p:nvPr>
            <p:ph type="title"/>
          </p:nvPr>
        </p:nvSpPr>
        <p:spPr/>
        <p:txBody>
          <a:bodyPr/>
          <a:lstStyle/>
          <a:p>
            <a:r>
              <a:rPr lang="en-IN" dirty="0">
                <a:solidFill>
                  <a:schemeClr val="tx1">
                    <a:lumMod val="75000"/>
                    <a:lumOff val="25000"/>
                  </a:schemeClr>
                </a:solidFill>
              </a:rPr>
              <a:t> FURTHER POINTS</a:t>
            </a:r>
          </a:p>
        </p:txBody>
      </p:sp>
      <p:sp>
        <p:nvSpPr>
          <p:cNvPr id="4" name="TextBox 3">
            <a:extLst>
              <a:ext uri="{FF2B5EF4-FFF2-40B4-BE49-F238E27FC236}">
                <a16:creationId xmlns:a16="http://schemas.microsoft.com/office/drawing/2014/main" id="{2ADEB414-637D-392E-F959-153271834D2C}"/>
              </a:ext>
            </a:extLst>
          </p:cNvPr>
          <p:cNvSpPr txBox="1"/>
          <p:nvPr/>
        </p:nvSpPr>
        <p:spPr>
          <a:xfrm>
            <a:off x="607439" y="2084832"/>
            <a:ext cx="6094070" cy="2862322"/>
          </a:xfrm>
          <a:prstGeom prst="rect">
            <a:avLst/>
          </a:prstGeom>
          <a:noFill/>
        </p:spPr>
        <p:txBody>
          <a:bodyPr wrap="square">
            <a:spAutoFit/>
          </a:bodyPr>
          <a:lstStyle/>
          <a:p>
            <a:r>
              <a:rPr lang="en-IN" b="1" dirty="0"/>
              <a:t>Regarding the website:</a:t>
            </a:r>
          </a:p>
          <a:p>
            <a:endParaRPr lang="en-IN" dirty="0"/>
          </a:p>
          <a:p>
            <a:pPr marL="285750" indent="-285750">
              <a:buFont typeface="Arial" panose="020B0604020202020204" pitchFamily="34" charset="0"/>
              <a:buChar char="•"/>
            </a:pPr>
            <a:r>
              <a:rPr lang="en-IN" dirty="0"/>
              <a:t>Language Barrier?</a:t>
            </a:r>
          </a:p>
          <a:p>
            <a:pPr marL="285750" indent="-285750">
              <a:buFont typeface="Arial" panose="020B0604020202020204" pitchFamily="34" charset="0"/>
              <a:buChar char="•"/>
            </a:pPr>
            <a:r>
              <a:rPr lang="en-IN" dirty="0"/>
              <a:t>Login/Sign-in?</a:t>
            </a:r>
          </a:p>
          <a:p>
            <a:pPr marL="285750" indent="-285750">
              <a:buFont typeface="Arial" panose="020B0604020202020204" pitchFamily="34" charset="0"/>
              <a:buChar char="•"/>
            </a:pPr>
            <a:r>
              <a:rPr lang="en-IN" dirty="0"/>
              <a:t>Blog? – Introducing techniques of printing and distribution, interview with featured artists, articles on art and activism, photo-gallery of the creatives in use, etc.</a:t>
            </a:r>
          </a:p>
          <a:p>
            <a:pPr marL="285750" indent="-285750">
              <a:buFont typeface="Arial" panose="020B0604020202020204" pitchFamily="34" charset="0"/>
              <a:buChar char="•"/>
            </a:pPr>
            <a:r>
              <a:rPr lang="en-IN" dirty="0"/>
              <a:t>AI-policy?</a:t>
            </a:r>
          </a:p>
          <a:p>
            <a:pPr marL="285750" indent="-285750">
              <a:buFont typeface="Arial" panose="020B0604020202020204" pitchFamily="34" charset="0"/>
              <a:buChar char="•"/>
            </a:pPr>
            <a:r>
              <a:rPr lang="en-IN" dirty="0"/>
              <a:t>Alternative: Shifting the stress from “Workshop/Studio” to “Archive/Repository”?</a:t>
            </a:r>
          </a:p>
        </p:txBody>
      </p:sp>
      <p:pic>
        <p:nvPicPr>
          <p:cNvPr id="5" name="Graphic 4" descr="SVG &gt; wet ink artwork brush - Free SVG Image &amp; Icon. | SVG Silh">
            <a:extLst>
              <a:ext uri="{FF2B5EF4-FFF2-40B4-BE49-F238E27FC236}">
                <a16:creationId xmlns:a16="http://schemas.microsoft.com/office/drawing/2014/main" id="{5B5E68D3-CE84-FE3B-8C36-FD38DA4485B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21095306" flipH="1">
            <a:off x="10282823" y="3526278"/>
            <a:ext cx="1550613" cy="2999958"/>
          </a:xfrm>
          <a:prstGeom prst="rect">
            <a:avLst/>
          </a:prstGeom>
        </p:spPr>
      </p:pic>
      <p:pic>
        <p:nvPicPr>
          <p:cNvPr id="6" name="Picture 5" descr="Lark - Free vector silhouettes on creazilla.com">
            <a:extLst>
              <a:ext uri="{FF2B5EF4-FFF2-40B4-BE49-F238E27FC236}">
                <a16:creationId xmlns:a16="http://schemas.microsoft.com/office/drawing/2014/main" id="{B1772726-D492-4153-50ED-29A16E09CDD5}"/>
              </a:ext>
            </a:extLst>
          </p:cNvPr>
          <p:cNvPicPr>
            <a:picLocks noChangeAspect="1"/>
          </p:cNvPicPr>
          <p:nvPr/>
        </p:nvPicPr>
        <p:blipFill>
          <a:blip r:embed="rId3">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157014" y="759001"/>
            <a:ext cx="939973" cy="1089463"/>
          </a:xfrm>
          <a:prstGeom prst="rect">
            <a:avLst/>
          </a:prstGeom>
        </p:spPr>
      </p:pic>
    </p:spTree>
    <p:extLst>
      <p:ext uri="{BB962C8B-B14F-4D97-AF65-F5344CB8AC3E}">
        <p14:creationId xmlns:p14="http://schemas.microsoft.com/office/powerpoint/2010/main" val="410459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descr="SVG &gt; wet ink artwork brush - Free SVG Image &amp; Icon. | SVG Silh">
            <a:extLst>
              <a:ext uri="{FF2B5EF4-FFF2-40B4-BE49-F238E27FC236}">
                <a16:creationId xmlns:a16="http://schemas.microsoft.com/office/drawing/2014/main" id="{28116D52-7262-FB25-2907-B7AB412F333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21095306" flipH="1">
            <a:off x="10282823" y="3526278"/>
            <a:ext cx="1550613" cy="2999958"/>
          </a:xfrm>
          <a:prstGeom prst="rect">
            <a:avLst/>
          </a:prstGeom>
        </p:spPr>
      </p:pic>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EE6410E6-3CD4-4E70-AEBD-0EBEF19A319E}"/>
                  </a:ext>
                </a:extLst>
              </p14:cNvPr>
              <p14:cNvContentPartPr/>
              <p14:nvPr/>
            </p14:nvContentPartPr>
            <p14:xfrm>
              <a:off x="2025302" y="6086028"/>
              <a:ext cx="360" cy="360"/>
            </p14:xfrm>
          </p:contentPart>
        </mc:Choice>
        <mc:Fallback xmlns="">
          <p:pic>
            <p:nvPicPr>
              <p:cNvPr id="14" name="Ink 13">
                <a:extLst>
                  <a:ext uri="{FF2B5EF4-FFF2-40B4-BE49-F238E27FC236}">
                    <a16:creationId xmlns:a16="http://schemas.microsoft.com/office/drawing/2014/main" id="{EE6410E6-3CD4-4E70-AEBD-0EBEF19A319E}"/>
                  </a:ext>
                </a:extLst>
              </p:cNvPr>
              <p:cNvPicPr/>
              <p:nvPr/>
            </p:nvPicPr>
            <p:blipFill>
              <a:blip r:embed="rId4"/>
              <a:stretch>
                <a:fillRect/>
              </a:stretch>
            </p:blipFill>
            <p:spPr>
              <a:xfrm>
                <a:off x="2016302" y="6077028"/>
                <a:ext cx="18000" cy="18000"/>
              </a:xfrm>
              <a:prstGeom prst="rect">
                <a:avLst/>
              </a:prstGeom>
            </p:spPr>
          </p:pic>
        </mc:Fallback>
      </mc:AlternateContent>
    </p:spTree>
    <p:extLst>
      <p:ext uri="{BB962C8B-B14F-4D97-AF65-F5344CB8AC3E}">
        <p14:creationId xmlns:p14="http://schemas.microsoft.com/office/powerpoint/2010/main" val="18791803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481</TotalTime>
  <Words>1304</Words>
  <Application>Microsoft Office PowerPoint</Application>
  <PresentationFormat>Widescreen</PresentationFormat>
  <Paragraphs>323</Paragraphs>
  <Slides>27</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Tw Cen MT</vt:lpstr>
      <vt:lpstr>Tw Cen MT Condensed</vt:lpstr>
      <vt:lpstr>Wingdings 3</vt:lpstr>
      <vt:lpstr>Integral</vt:lpstr>
      <vt:lpstr>RED LARK WORKSHOP</vt:lpstr>
      <vt:lpstr>REFERENCE 1</vt:lpstr>
      <vt:lpstr>REFERENCE 2</vt:lpstr>
      <vt:lpstr>PowerPoint Presentation</vt:lpstr>
      <vt:lpstr>REFERENCE 3</vt:lpstr>
      <vt:lpstr>REFERENCE 4</vt:lpstr>
      <vt:lpstr>PowerPoint Presentation</vt:lpstr>
      <vt:lpstr>PowerPoint Presentation</vt:lpstr>
      <vt:lpstr>PowerPoint Presentation</vt:lpstr>
      <vt:lpstr> RED LARK WORKSHOP</vt:lpstr>
      <vt:lpstr> 1. LANDING PAGE</vt:lpstr>
      <vt:lpstr> 1. LANDING PAGE</vt:lpstr>
      <vt:lpstr> 1. LANDING PAGE</vt:lpstr>
      <vt:lpstr> 2 </vt:lpstr>
      <vt:lpstr> 2 </vt:lpstr>
      <vt:lpstr> 3</vt:lpstr>
      <vt:lpstr> 3</vt:lpstr>
      <vt:lpstr> 3</vt:lpstr>
      <vt:lpstr> 3</vt:lpstr>
      <vt:lpstr> 3</vt:lpstr>
      <vt:lpstr> 3</vt:lpstr>
      <vt:lpstr> 3 </vt:lpstr>
      <vt:lpstr> FURTHER POINTS</vt:lpstr>
      <vt:lpstr> FURTHER POINTS</vt:lpstr>
      <vt:lpstr> FURTHER POINTS</vt:lpstr>
      <vt:lpstr> FURTHER POINTS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Sandip Luis</dc:creator>
  <cp:lastModifiedBy>Sandip Luis</cp:lastModifiedBy>
  <cp:revision>44</cp:revision>
  <dcterms:created xsi:type="dcterms:W3CDTF">2026-10-13T19:46:08Z</dcterms:created>
  <dcterms:modified xsi:type="dcterms:W3CDTF">2026-10-16T06:28:05Z</dcterms:modified>
</cp:coreProperties>
</file>